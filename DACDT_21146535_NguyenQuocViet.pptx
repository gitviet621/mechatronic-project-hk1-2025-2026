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61" r:id="rId5"/>
    <p:sldId id="269" r:id="rId6"/>
    <p:sldId id="268" r:id="rId7"/>
    <p:sldId id="259" r:id="rId8"/>
    <p:sldId id="260" r:id="rId9"/>
    <p:sldId id="257" r:id="rId10"/>
    <p:sldId id="280" r:id="rId11"/>
    <p:sldId id="279" r:id="rId12"/>
    <p:sldId id="262" r:id="rId13"/>
    <p:sldId id="271" r:id="rId14"/>
    <p:sldId id="270" r:id="rId15"/>
    <p:sldId id="263" r:id="rId16"/>
    <p:sldId id="267" r:id="rId17"/>
    <p:sldId id="264" r:id="rId18"/>
    <p:sldId id="272" r:id="rId19"/>
    <p:sldId id="265" r:id="rId20"/>
    <p:sldId id="273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77530F-911A-4909-AB46-9C2465E4E784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77F0C7B-B6E0-4AA7-A692-4DD86F9EEF48}">
      <dgm:prSet phldrT="[Text]" phldr="0" custT="1"/>
      <dgm:spPr/>
      <dgm:t>
        <a:bodyPr/>
        <a:lstStyle/>
        <a:p>
          <a:r>
            <a:rPr lang="en-US" sz="1600" dirty="0" err="1"/>
            <a:t>Hệ</a:t>
          </a:r>
          <a:r>
            <a:rPr lang="en-US" sz="1600" dirty="0"/>
            <a:t> </a:t>
          </a:r>
          <a:r>
            <a:rPr lang="en-US" sz="1600" dirty="0" err="1"/>
            <a:t>động</a:t>
          </a:r>
          <a:r>
            <a:rPr lang="en-US" sz="1600" dirty="0"/>
            <a:t> </a:t>
          </a:r>
          <a:r>
            <a:rPr lang="en-US" sz="1600" dirty="0" err="1"/>
            <a:t>cơ</a:t>
          </a:r>
          <a:r>
            <a:rPr lang="en-US" sz="1600" dirty="0"/>
            <a:t> DC servo </a:t>
          </a:r>
          <a:r>
            <a:rPr lang="en-US" sz="1600" dirty="0" err="1"/>
            <a:t>là</a:t>
          </a:r>
          <a:r>
            <a:rPr lang="en-US" sz="1600" dirty="0"/>
            <a:t> </a:t>
          </a:r>
          <a:r>
            <a:rPr lang="en-US" sz="1600" dirty="0" err="1"/>
            <a:t>hệ</a:t>
          </a:r>
          <a:r>
            <a:rPr lang="en-US" sz="1600" dirty="0"/>
            <a:t> </a:t>
          </a:r>
          <a:r>
            <a:rPr lang="en-US" sz="1600" dirty="0" err="1"/>
            <a:t>động</a:t>
          </a:r>
          <a:r>
            <a:rPr lang="en-US" sz="1600" dirty="0"/>
            <a:t> </a:t>
          </a:r>
          <a:r>
            <a:rPr lang="en-US" sz="1600" dirty="0" err="1"/>
            <a:t>cơ</a:t>
          </a:r>
          <a:r>
            <a:rPr lang="en-US" sz="1600" dirty="0"/>
            <a:t> </a:t>
          </a:r>
          <a:r>
            <a:rPr lang="en-US" sz="1600" dirty="0" err="1"/>
            <a:t>phổ</a:t>
          </a:r>
          <a:r>
            <a:rPr lang="en-US" sz="1600" dirty="0"/>
            <a:t> </a:t>
          </a:r>
          <a:r>
            <a:rPr lang="en-US" sz="1600" dirty="0" err="1"/>
            <a:t>biến</a:t>
          </a:r>
          <a:r>
            <a:rPr lang="en-US" sz="1600" dirty="0"/>
            <a:t> </a:t>
          </a:r>
          <a:r>
            <a:rPr lang="en-US" sz="1600" dirty="0" err="1"/>
            <a:t>và</a:t>
          </a:r>
          <a:r>
            <a:rPr lang="en-US" sz="1600" dirty="0"/>
            <a:t> </a:t>
          </a:r>
          <a:r>
            <a:rPr lang="en-US" sz="1600" dirty="0" err="1"/>
            <a:t>có</a:t>
          </a:r>
          <a:r>
            <a:rPr lang="en-US" sz="1600" dirty="0"/>
            <a:t> </a:t>
          </a:r>
          <a:r>
            <a:rPr lang="en-US" sz="1600" dirty="0" err="1"/>
            <a:t>mặt</a:t>
          </a:r>
          <a:r>
            <a:rPr lang="en-US" sz="1600" dirty="0"/>
            <a:t> </a:t>
          </a:r>
          <a:r>
            <a:rPr lang="en-US" sz="1600" dirty="0" err="1"/>
            <a:t>trong</a:t>
          </a:r>
          <a:r>
            <a:rPr lang="en-US" sz="1600" dirty="0"/>
            <a:t> </a:t>
          </a:r>
          <a:r>
            <a:rPr lang="en-US" sz="1600" dirty="0" err="1"/>
            <a:t>gần</a:t>
          </a:r>
          <a:r>
            <a:rPr lang="en-US" sz="1600" dirty="0"/>
            <a:t> </a:t>
          </a:r>
          <a:r>
            <a:rPr lang="en-US" sz="1600" dirty="0" err="1"/>
            <a:t>như</a:t>
          </a:r>
          <a:r>
            <a:rPr lang="en-US" sz="1600" dirty="0"/>
            <a:t> </a:t>
          </a:r>
          <a:r>
            <a:rPr lang="en-US" sz="1600" dirty="0" err="1"/>
            <a:t>mọi</a:t>
          </a:r>
          <a:r>
            <a:rPr lang="en-US" sz="1600" dirty="0"/>
            <a:t> </a:t>
          </a:r>
          <a:r>
            <a:rPr lang="en-US" sz="1600" dirty="0" err="1"/>
            <a:t>thiết</a:t>
          </a:r>
          <a:r>
            <a:rPr lang="en-US" sz="1600" dirty="0"/>
            <a:t> </a:t>
          </a:r>
          <a:r>
            <a:rPr lang="en-US" sz="1600" dirty="0" err="1"/>
            <a:t>bị</a:t>
          </a:r>
          <a:r>
            <a:rPr lang="en-US" sz="1600" dirty="0"/>
            <a:t> </a:t>
          </a:r>
          <a:r>
            <a:rPr lang="en-US" sz="1600" dirty="0" err="1"/>
            <a:t>hệ</a:t>
          </a:r>
          <a:r>
            <a:rPr lang="en-US" sz="1600" dirty="0"/>
            <a:t> </a:t>
          </a:r>
          <a:r>
            <a:rPr lang="en-US" sz="1600" dirty="0" err="1"/>
            <a:t>thống</a:t>
          </a:r>
          <a:r>
            <a:rPr lang="en-US" sz="1600" dirty="0"/>
            <a:t> </a:t>
          </a:r>
          <a:r>
            <a:rPr lang="en-US" sz="1600" dirty="0" err="1"/>
            <a:t>công</a:t>
          </a:r>
          <a:r>
            <a:rPr lang="en-US" sz="1600" dirty="0"/>
            <a:t> </a:t>
          </a:r>
          <a:r>
            <a:rPr lang="en-US" sz="1600" dirty="0" err="1"/>
            <a:t>nghiệp</a:t>
          </a:r>
          <a:r>
            <a:rPr lang="en-US" sz="1600" dirty="0"/>
            <a:t> </a:t>
          </a:r>
          <a:r>
            <a:rPr lang="en-US" sz="1600" dirty="0" err="1"/>
            <a:t>như</a:t>
          </a:r>
          <a:r>
            <a:rPr lang="en-US" sz="1600" dirty="0"/>
            <a:t> </a:t>
          </a:r>
          <a:r>
            <a:rPr lang="en-US" sz="1600" dirty="0" err="1"/>
            <a:t>máy</a:t>
          </a:r>
          <a:r>
            <a:rPr lang="en-US" sz="1600" dirty="0"/>
            <a:t> CNC</a:t>
          </a:r>
          <a:r>
            <a:rPr lang="en-US" sz="1400" dirty="0"/>
            <a:t>, Robot, </a:t>
          </a:r>
          <a:r>
            <a:rPr lang="en-US" sz="1400" dirty="0" err="1"/>
            <a:t>các</a:t>
          </a:r>
          <a:r>
            <a:rPr lang="en-US" sz="1400" dirty="0"/>
            <a:t> </a:t>
          </a:r>
          <a:r>
            <a:rPr lang="en-US" sz="1400" dirty="0" err="1"/>
            <a:t>hệ</a:t>
          </a:r>
          <a:r>
            <a:rPr lang="en-US" sz="1400" dirty="0"/>
            <a:t> </a:t>
          </a:r>
          <a:r>
            <a:rPr lang="en-US" sz="1400" dirty="0" err="1"/>
            <a:t>thống</a:t>
          </a:r>
          <a:r>
            <a:rPr lang="en-US" sz="1400" dirty="0"/>
            <a:t> </a:t>
          </a:r>
          <a:r>
            <a:rPr lang="en-US" sz="1400" dirty="0" err="1"/>
            <a:t>tự</a:t>
          </a:r>
          <a:r>
            <a:rPr lang="en-US" sz="1400" dirty="0"/>
            <a:t> </a:t>
          </a:r>
          <a:r>
            <a:rPr lang="en-US" sz="1400" dirty="0" err="1"/>
            <a:t>động</a:t>
          </a:r>
          <a:r>
            <a:rPr lang="en-US" sz="1400" dirty="0"/>
            <a:t> </a:t>
          </a:r>
          <a:r>
            <a:rPr lang="en-US" sz="1400" dirty="0" err="1"/>
            <a:t>hóa</a:t>
          </a:r>
          <a:r>
            <a:rPr lang="en-US" sz="1400" dirty="0"/>
            <a:t> </a:t>
          </a:r>
          <a:r>
            <a:rPr lang="en-US" sz="1400" dirty="0" err="1"/>
            <a:t>như</a:t>
          </a:r>
          <a:r>
            <a:rPr lang="en-US" sz="1400" dirty="0"/>
            <a:t> bang </a:t>
          </a:r>
          <a:r>
            <a:rPr lang="en-US" sz="1400" dirty="0" err="1"/>
            <a:t>tải</a:t>
          </a:r>
          <a:endParaRPr lang="en-US" sz="1400" dirty="0"/>
        </a:p>
      </dgm:t>
    </dgm:pt>
    <dgm:pt modelId="{7BE83AA6-C060-49F9-A806-7C2A379AE5BA}" type="parTrans" cxnId="{2016AEAC-CA52-46EA-9C87-76CA9D3BD63D}">
      <dgm:prSet/>
      <dgm:spPr/>
      <dgm:t>
        <a:bodyPr/>
        <a:lstStyle/>
        <a:p>
          <a:endParaRPr lang="en-US"/>
        </a:p>
      </dgm:t>
    </dgm:pt>
    <dgm:pt modelId="{3EF006CC-1DFE-499B-B55B-E904A0F66569}" type="sibTrans" cxnId="{2016AEAC-CA52-46EA-9C87-76CA9D3BD63D}">
      <dgm:prSet/>
      <dgm:spPr/>
      <dgm:t>
        <a:bodyPr/>
        <a:lstStyle/>
        <a:p>
          <a:endParaRPr lang="en-US"/>
        </a:p>
      </dgm:t>
    </dgm:pt>
    <dgm:pt modelId="{B01A9298-3ACA-4697-91A7-6ECD372E1B8B}">
      <dgm:prSet phldrT="[Text]" phldr="0" custT="1"/>
      <dgm:spPr/>
      <dgm:t>
        <a:bodyPr/>
        <a:lstStyle/>
        <a:p>
          <a:r>
            <a:rPr lang="en-US" sz="2000" dirty="0" err="1"/>
            <a:t>Mục</a:t>
          </a:r>
          <a:r>
            <a:rPr lang="en-US" sz="2000" dirty="0"/>
            <a:t> </a:t>
          </a:r>
          <a:r>
            <a:rPr lang="en-US" sz="2000" dirty="0" err="1"/>
            <a:t>tiêu</a:t>
          </a:r>
          <a:r>
            <a:rPr lang="en-US" sz="2000" dirty="0"/>
            <a:t> </a:t>
          </a:r>
          <a:r>
            <a:rPr lang="en-US" sz="2000" dirty="0" err="1"/>
            <a:t>của</a:t>
          </a:r>
          <a:r>
            <a:rPr lang="en-US" sz="2000" dirty="0"/>
            <a:t> </a:t>
          </a:r>
          <a:r>
            <a:rPr lang="en-US" sz="2000" dirty="0" err="1"/>
            <a:t>đề</a:t>
          </a:r>
          <a:r>
            <a:rPr lang="en-US" sz="2000" dirty="0"/>
            <a:t> </a:t>
          </a:r>
          <a:r>
            <a:rPr lang="en-US" sz="2000" dirty="0" err="1"/>
            <a:t>tài</a:t>
          </a:r>
          <a:endParaRPr lang="en-US" sz="2000" dirty="0"/>
        </a:p>
      </dgm:t>
    </dgm:pt>
    <dgm:pt modelId="{843657A1-0BE0-4D53-917A-D025C3A05181}" type="parTrans" cxnId="{E1DB939A-4016-4494-AE6B-D1FD27AAEDA6}">
      <dgm:prSet/>
      <dgm:spPr/>
      <dgm:t>
        <a:bodyPr/>
        <a:lstStyle/>
        <a:p>
          <a:endParaRPr lang="en-US"/>
        </a:p>
      </dgm:t>
    </dgm:pt>
    <dgm:pt modelId="{460E481C-72A6-4D60-8892-75F3B4C136C0}" type="sibTrans" cxnId="{E1DB939A-4016-4494-AE6B-D1FD27AAEDA6}">
      <dgm:prSet/>
      <dgm:spPr/>
      <dgm:t>
        <a:bodyPr/>
        <a:lstStyle/>
        <a:p>
          <a:endParaRPr lang="en-US"/>
        </a:p>
      </dgm:t>
    </dgm:pt>
    <dgm:pt modelId="{B67EFBFB-9B8C-4402-8D90-196E08AF5105}">
      <dgm:prSet phldrT="[Text]" phldr="0" custT="1"/>
      <dgm:spPr/>
      <dgm:t>
        <a:bodyPr/>
        <a:lstStyle/>
        <a:p>
          <a:r>
            <a:rPr lang="en-US" sz="1400" dirty="0" err="1"/>
            <a:t>Thiết</a:t>
          </a:r>
          <a:r>
            <a:rPr lang="en-US" sz="1400" dirty="0"/>
            <a:t> </a:t>
          </a:r>
          <a:r>
            <a:rPr lang="en-US" sz="1400" dirty="0" err="1"/>
            <a:t>kế</a:t>
          </a:r>
          <a:r>
            <a:rPr lang="en-US" sz="1400" dirty="0"/>
            <a:t> </a:t>
          </a:r>
          <a:r>
            <a:rPr lang="en-US" sz="1400" dirty="0" err="1"/>
            <a:t>bộ</a:t>
          </a:r>
          <a:r>
            <a:rPr lang="en-US" sz="1400" dirty="0"/>
            <a:t> </a:t>
          </a:r>
          <a:r>
            <a:rPr lang="en-US" sz="1400" dirty="0" err="1"/>
            <a:t>điều</a:t>
          </a:r>
          <a:r>
            <a:rPr lang="en-US" sz="1400" dirty="0"/>
            <a:t> </a:t>
          </a:r>
          <a:r>
            <a:rPr lang="en-US" sz="1400" dirty="0" err="1"/>
            <a:t>khiển</a:t>
          </a:r>
          <a:r>
            <a:rPr lang="en-US" sz="1400" dirty="0"/>
            <a:t> </a:t>
          </a:r>
          <a:r>
            <a:rPr lang="en-US" sz="1400" dirty="0" err="1"/>
            <a:t>động</a:t>
          </a:r>
          <a:r>
            <a:rPr lang="en-US" sz="1400" dirty="0"/>
            <a:t> </a:t>
          </a:r>
          <a:r>
            <a:rPr lang="en-US" sz="1400" dirty="0" err="1"/>
            <a:t>cơ</a:t>
          </a:r>
          <a:r>
            <a:rPr lang="en-US" sz="1400" dirty="0"/>
            <a:t> DC servo, </a:t>
          </a:r>
          <a:r>
            <a:rPr lang="en-US" sz="1400" dirty="0" err="1"/>
            <a:t>điều</a:t>
          </a:r>
          <a:r>
            <a:rPr lang="en-US" sz="1400" dirty="0"/>
            <a:t> </a:t>
          </a:r>
          <a:r>
            <a:rPr lang="en-US" sz="1400" dirty="0" err="1"/>
            <a:t>khiển</a:t>
          </a:r>
          <a:r>
            <a:rPr lang="en-US" sz="1400" dirty="0"/>
            <a:t> </a:t>
          </a:r>
          <a:r>
            <a:rPr lang="en-US" sz="1400" dirty="0" err="1"/>
            <a:t>vận</a:t>
          </a:r>
          <a:r>
            <a:rPr lang="en-US" sz="1400" dirty="0"/>
            <a:t> </a:t>
          </a:r>
          <a:r>
            <a:rPr lang="en-US" sz="1400" dirty="0" err="1"/>
            <a:t>tốc</a:t>
          </a:r>
          <a:r>
            <a:rPr lang="en-US" sz="1400" dirty="0"/>
            <a:t> </a:t>
          </a:r>
          <a:r>
            <a:rPr lang="en-US" sz="1400" dirty="0" err="1"/>
            <a:t>và</a:t>
          </a:r>
          <a:r>
            <a:rPr lang="en-US" sz="1400" dirty="0"/>
            <a:t> </a:t>
          </a:r>
          <a:r>
            <a:rPr lang="en-US" sz="1400" dirty="0" err="1"/>
            <a:t>vị</a:t>
          </a:r>
          <a:r>
            <a:rPr lang="en-US" sz="1400" dirty="0"/>
            <a:t> </a:t>
          </a:r>
          <a:r>
            <a:rPr lang="en-US" sz="1400" dirty="0" err="1"/>
            <a:t>trí</a:t>
          </a:r>
          <a:endParaRPr lang="en-US" sz="1400" dirty="0"/>
        </a:p>
      </dgm:t>
    </dgm:pt>
    <dgm:pt modelId="{F8A04273-6566-427B-95CB-FF1572728B12}" type="parTrans" cxnId="{C61C9F95-54F5-473D-BE80-07D751B87FA6}">
      <dgm:prSet/>
      <dgm:spPr/>
      <dgm:t>
        <a:bodyPr/>
        <a:lstStyle/>
        <a:p>
          <a:endParaRPr lang="en-US"/>
        </a:p>
      </dgm:t>
    </dgm:pt>
    <dgm:pt modelId="{A121011D-D150-4BA0-A12B-DCA2B4020558}" type="sibTrans" cxnId="{C61C9F95-54F5-473D-BE80-07D751B87FA6}">
      <dgm:prSet/>
      <dgm:spPr/>
      <dgm:t>
        <a:bodyPr/>
        <a:lstStyle/>
        <a:p>
          <a:endParaRPr lang="en-US"/>
        </a:p>
      </dgm:t>
    </dgm:pt>
    <dgm:pt modelId="{21FFFF57-E3C0-4851-A8F7-96E484E8B96A}">
      <dgm:prSet phldrT="[Text]" phldr="0" custT="1"/>
      <dgm:spPr/>
      <dgm:t>
        <a:bodyPr/>
        <a:lstStyle/>
        <a:p>
          <a:r>
            <a:rPr lang="en-US" sz="2000" dirty="0"/>
            <a:t>Lý do </a:t>
          </a:r>
          <a:r>
            <a:rPr lang="en-US" sz="2000" dirty="0" err="1"/>
            <a:t>chọn</a:t>
          </a:r>
          <a:r>
            <a:rPr lang="en-US" sz="2000" dirty="0"/>
            <a:t> </a:t>
          </a:r>
          <a:r>
            <a:rPr lang="en-US" sz="2000" dirty="0" err="1"/>
            <a:t>đề</a:t>
          </a:r>
          <a:r>
            <a:rPr lang="en-US" sz="2000" dirty="0"/>
            <a:t> </a:t>
          </a:r>
          <a:r>
            <a:rPr lang="en-US" sz="2000" dirty="0" err="1"/>
            <a:t>tài</a:t>
          </a:r>
          <a:endParaRPr lang="en-US" sz="2000" dirty="0"/>
        </a:p>
      </dgm:t>
    </dgm:pt>
    <dgm:pt modelId="{D7A2AFA6-FA2A-4770-91AD-FC910684EC60}" type="sibTrans" cxnId="{A42A73C5-AB64-4117-8D0B-D05FAB4E689E}">
      <dgm:prSet/>
      <dgm:spPr/>
      <dgm:t>
        <a:bodyPr/>
        <a:lstStyle/>
        <a:p>
          <a:endParaRPr lang="en-US"/>
        </a:p>
      </dgm:t>
    </dgm:pt>
    <dgm:pt modelId="{2CEAC0BE-BED7-4F2E-8DA8-84A1525BB988}" type="parTrans" cxnId="{A42A73C5-AB64-4117-8D0B-D05FAB4E689E}">
      <dgm:prSet/>
      <dgm:spPr/>
      <dgm:t>
        <a:bodyPr/>
        <a:lstStyle/>
        <a:p>
          <a:endParaRPr lang="en-US"/>
        </a:p>
      </dgm:t>
    </dgm:pt>
    <dgm:pt modelId="{8C31C93D-C33B-4BA9-B56A-2AC5E9153414}" type="pres">
      <dgm:prSet presAssocID="{2E77530F-911A-4909-AB46-9C2465E4E784}" presName="linear" presStyleCnt="0">
        <dgm:presLayoutVars>
          <dgm:animLvl val="lvl"/>
          <dgm:resizeHandles val="exact"/>
        </dgm:presLayoutVars>
      </dgm:prSet>
      <dgm:spPr/>
    </dgm:pt>
    <dgm:pt modelId="{038DF746-61D5-448C-96F4-2BADEEB176B1}" type="pres">
      <dgm:prSet presAssocID="{21FFFF57-E3C0-4851-A8F7-96E484E8B96A}" presName="parentText" presStyleLbl="node1" presStyleIdx="0" presStyleCnt="2" custScaleY="40041">
        <dgm:presLayoutVars>
          <dgm:chMax val="0"/>
          <dgm:bulletEnabled val="1"/>
        </dgm:presLayoutVars>
      </dgm:prSet>
      <dgm:spPr/>
    </dgm:pt>
    <dgm:pt modelId="{142B4C7F-8B21-43F1-885D-480D43C70C3B}" type="pres">
      <dgm:prSet presAssocID="{21FFFF57-E3C0-4851-A8F7-96E484E8B96A}" presName="childText" presStyleLbl="revTx" presStyleIdx="0" presStyleCnt="2">
        <dgm:presLayoutVars>
          <dgm:bulletEnabled val="1"/>
        </dgm:presLayoutVars>
      </dgm:prSet>
      <dgm:spPr/>
    </dgm:pt>
    <dgm:pt modelId="{A46E697F-DBC9-4BA9-A18B-F0534237BBCD}" type="pres">
      <dgm:prSet presAssocID="{B01A9298-3ACA-4697-91A7-6ECD372E1B8B}" presName="parentText" presStyleLbl="node1" presStyleIdx="1" presStyleCnt="2" custScaleY="40041">
        <dgm:presLayoutVars>
          <dgm:chMax val="0"/>
          <dgm:bulletEnabled val="1"/>
        </dgm:presLayoutVars>
      </dgm:prSet>
      <dgm:spPr/>
    </dgm:pt>
    <dgm:pt modelId="{CCE72D06-54A3-4886-8ABE-D5F6C8F64E4B}" type="pres">
      <dgm:prSet presAssocID="{B01A9298-3ACA-4697-91A7-6ECD372E1B8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A90D11F-8A6E-4D1B-B3E9-A23B3DDA9D3F}" type="presOf" srcId="{B67EFBFB-9B8C-4402-8D90-196E08AF5105}" destId="{CCE72D06-54A3-4886-8ABE-D5F6C8F64E4B}" srcOrd="0" destOrd="0" presId="urn:microsoft.com/office/officeart/2005/8/layout/vList2"/>
    <dgm:cxn modelId="{C61C9F95-54F5-473D-BE80-07D751B87FA6}" srcId="{B01A9298-3ACA-4697-91A7-6ECD372E1B8B}" destId="{B67EFBFB-9B8C-4402-8D90-196E08AF5105}" srcOrd="0" destOrd="0" parTransId="{F8A04273-6566-427B-95CB-FF1572728B12}" sibTransId="{A121011D-D150-4BA0-A12B-DCA2B4020558}"/>
    <dgm:cxn modelId="{E1DB939A-4016-4494-AE6B-D1FD27AAEDA6}" srcId="{2E77530F-911A-4909-AB46-9C2465E4E784}" destId="{B01A9298-3ACA-4697-91A7-6ECD372E1B8B}" srcOrd="1" destOrd="0" parTransId="{843657A1-0BE0-4D53-917A-D025C3A05181}" sibTransId="{460E481C-72A6-4D60-8892-75F3B4C136C0}"/>
    <dgm:cxn modelId="{2016AEAC-CA52-46EA-9C87-76CA9D3BD63D}" srcId="{21FFFF57-E3C0-4851-A8F7-96E484E8B96A}" destId="{877F0C7B-B6E0-4AA7-A692-4DD86F9EEF48}" srcOrd="0" destOrd="0" parTransId="{7BE83AA6-C060-49F9-A806-7C2A379AE5BA}" sibTransId="{3EF006CC-1DFE-499B-B55B-E904A0F66569}"/>
    <dgm:cxn modelId="{2059BAB6-F44C-4D10-A556-13B1C1A65E5A}" type="presOf" srcId="{877F0C7B-B6E0-4AA7-A692-4DD86F9EEF48}" destId="{142B4C7F-8B21-43F1-885D-480D43C70C3B}" srcOrd="0" destOrd="0" presId="urn:microsoft.com/office/officeart/2005/8/layout/vList2"/>
    <dgm:cxn modelId="{A42A73C5-AB64-4117-8D0B-D05FAB4E689E}" srcId="{2E77530F-911A-4909-AB46-9C2465E4E784}" destId="{21FFFF57-E3C0-4851-A8F7-96E484E8B96A}" srcOrd="0" destOrd="0" parTransId="{2CEAC0BE-BED7-4F2E-8DA8-84A1525BB988}" sibTransId="{D7A2AFA6-FA2A-4770-91AD-FC910684EC60}"/>
    <dgm:cxn modelId="{F00B23D9-E6F5-4B18-AC65-5D00824E1278}" type="presOf" srcId="{21FFFF57-E3C0-4851-A8F7-96E484E8B96A}" destId="{038DF746-61D5-448C-96F4-2BADEEB176B1}" srcOrd="0" destOrd="0" presId="urn:microsoft.com/office/officeart/2005/8/layout/vList2"/>
    <dgm:cxn modelId="{B39DC4EB-70D8-451E-97AD-7AF2AB914F95}" type="presOf" srcId="{2E77530F-911A-4909-AB46-9C2465E4E784}" destId="{8C31C93D-C33B-4BA9-B56A-2AC5E9153414}" srcOrd="0" destOrd="0" presId="urn:microsoft.com/office/officeart/2005/8/layout/vList2"/>
    <dgm:cxn modelId="{6C5E91F4-A73C-471C-9566-88FEFC44533B}" type="presOf" srcId="{B01A9298-3ACA-4697-91A7-6ECD372E1B8B}" destId="{A46E697F-DBC9-4BA9-A18B-F0534237BBCD}" srcOrd="0" destOrd="0" presId="urn:microsoft.com/office/officeart/2005/8/layout/vList2"/>
    <dgm:cxn modelId="{D6497F3D-DB16-4111-BB98-7D0E7BC3BE75}" type="presParOf" srcId="{8C31C93D-C33B-4BA9-B56A-2AC5E9153414}" destId="{038DF746-61D5-448C-96F4-2BADEEB176B1}" srcOrd="0" destOrd="0" presId="urn:microsoft.com/office/officeart/2005/8/layout/vList2"/>
    <dgm:cxn modelId="{D1BB24E8-4733-4C16-867E-984D7C8CAD70}" type="presParOf" srcId="{8C31C93D-C33B-4BA9-B56A-2AC5E9153414}" destId="{142B4C7F-8B21-43F1-885D-480D43C70C3B}" srcOrd="1" destOrd="0" presId="urn:microsoft.com/office/officeart/2005/8/layout/vList2"/>
    <dgm:cxn modelId="{7DD4F6BD-70AE-43D7-9DBE-A4842EF61B1B}" type="presParOf" srcId="{8C31C93D-C33B-4BA9-B56A-2AC5E9153414}" destId="{A46E697F-DBC9-4BA9-A18B-F0534237BBCD}" srcOrd="2" destOrd="0" presId="urn:microsoft.com/office/officeart/2005/8/layout/vList2"/>
    <dgm:cxn modelId="{F1A82987-7BD8-40B4-9B57-7F266DD322E1}" type="presParOf" srcId="{8C31C93D-C33B-4BA9-B56A-2AC5E9153414}" destId="{CCE72D06-54A3-4886-8ABE-D5F6C8F64E4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DF746-61D5-448C-96F4-2BADEEB176B1}">
      <dsp:nvSpPr>
        <dsp:cNvPr id="0" name=""/>
        <dsp:cNvSpPr/>
      </dsp:nvSpPr>
      <dsp:spPr>
        <a:xfrm>
          <a:off x="0" y="540484"/>
          <a:ext cx="5673213" cy="48721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Lý do </a:t>
          </a:r>
          <a:r>
            <a:rPr lang="en-US" sz="2000" kern="1200" dirty="0" err="1"/>
            <a:t>chọn</a:t>
          </a:r>
          <a:r>
            <a:rPr lang="en-US" sz="2000" kern="1200" dirty="0"/>
            <a:t> </a:t>
          </a:r>
          <a:r>
            <a:rPr lang="en-US" sz="2000" kern="1200" dirty="0" err="1"/>
            <a:t>đề</a:t>
          </a:r>
          <a:r>
            <a:rPr lang="en-US" sz="2000" kern="1200" dirty="0"/>
            <a:t> </a:t>
          </a:r>
          <a:r>
            <a:rPr lang="en-US" sz="2000" kern="1200" dirty="0" err="1"/>
            <a:t>tài</a:t>
          </a:r>
          <a:endParaRPr lang="en-US" sz="2000" kern="1200" dirty="0"/>
        </a:p>
      </dsp:txBody>
      <dsp:txXfrm>
        <a:off x="23784" y="564268"/>
        <a:ext cx="5625645" cy="439650"/>
      </dsp:txXfrm>
    </dsp:sp>
    <dsp:sp modelId="{142B4C7F-8B21-43F1-885D-480D43C70C3B}">
      <dsp:nvSpPr>
        <dsp:cNvPr id="0" name=""/>
        <dsp:cNvSpPr/>
      </dsp:nvSpPr>
      <dsp:spPr>
        <a:xfrm>
          <a:off x="0" y="1027703"/>
          <a:ext cx="5673213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125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Hệ</a:t>
          </a:r>
          <a:r>
            <a:rPr lang="en-US" sz="1600" kern="1200" dirty="0"/>
            <a:t> </a:t>
          </a:r>
          <a:r>
            <a:rPr lang="en-US" sz="1600" kern="1200" dirty="0" err="1"/>
            <a:t>động</a:t>
          </a:r>
          <a:r>
            <a:rPr lang="en-US" sz="1600" kern="1200" dirty="0"/>
            <a:t> </a:t>
          </a:r>
          <a:r>
            <a:rPr lang="en-US" sz="1600" kern="1200" dirty="0" err="1"/>
            <a:t>cơ</a:t>
          </a:r>
          <a:r>
            <a:rPr lang="en-US" sz="1600" kern="1200" dirty="0"/>
            <a:t> DC servo </a:t>
          </a:r>
          <a:r>
            <a:rPr lang="en-US" sz="1600" kern="1200" dirty="0" err="1"/>
            <a:t>là</a:t>
          </a:r>
          <a:r>
            <a:rPr lang="en-US" sz="1600" kern="1200" dirty="0"/>
            <a:t> </a:t>
          </a:r>
          <a:r>
            <a:rPr lang="en-US" sz="1600" kern="1200" dirty="0" err="1"/>
            <a:t>hệ</a:t>
          </a:r>
          <a:r>
            <a:rPr lang="en-US" sz="1600" kern="1200" dirty="0"/>
            <a:t> </a:t>
          </a:r>
          <a:r>
            <a:rPr lang="en-US" sz="1600" kern="1200" dirty="0" err="1"/>
            <a:t>động</a:t>
          </a:r>
          <a:r>
            <a:rPr lang="en-US" sz="1600" kern="1200" dirty="0"/>
            <a:t> </a:t>
          </a:r>
          <a:r>
            <a:rPr lang="en-US" sz="1600" kern="1200" dirty="0" err="1"/>
            <a:t>cơ</a:t>
          </a:r>
          <a:r>
            <a:rPr lang="en-US" sz="1600" kern="1200" dirty="0"/>
            <a:t> </a:t>
          </a:r>
          <a:r>
            <a:rPr lang="en-US" sz="1600" kern="1200" dirty="0" err="1"/>
            <a:t>phổ</a:t>
          </a:r>
          <a:r>
            <a:rPr lang="en-US" sz="1600" kern="1200" dirty="0"/>
            <a:t> </a:t>
          </a:r>
          <a:r>
            <a:rPr lang="en-US" sz="1600" kern="1200" dirty="0" err="1"/>
            <a:t>biến</a:t>
          </a:r>
          <a:r>
            <a:rPr lang="en-US" sz="1600" kern="1200" dirty="0"/>
            <a:t> </a:t>
          </a:r>
          <a:r>
            <a:rPr lang="en-US" sz="1600" kern="1200" dirty="0" err="1"/>
            <a:t>và</a:t>
          </a:r>
          <a:r>
            <a:rPr lang="en-US" sz="1600" kern="1200" dirty="0"/>
            <a:t> </a:t>
          </a:r>
          <a:r>
            <a:rPr lang="en-US" sz="1600" kern="1200" dirty="0" err="1"/>
            <a:t>có</a:t>
          </a:r>
          <a:r>
            <a:rPr lang="en-US" sz="1600" kern="1200" dirty="0"/>
            <a:t> </a:t>
          </a:r>
          <a:r>
            <a:rPr lang="en-US" sz="1600" kern="1200" dirty="0" err="1"/>
            <a:t>mặt</a:t>
          </a:r>
          <a:r>
            <a:rPr lang="en-US" sz="1600" kern="1200" dirty="0"/>
            <a:t> </a:t>
          </a:r>
          <a:r>
            <a:rPr lang="en-US" sz="1600" kern="1200" dirty="0" err="1"/>
            <a:t>trong</a:t>
          </a:r>
          <a:r>
            <a:rPr lang="en-US" sz="1600" kern="1200" dirty="0"/>
            <a:t> </a:t>
          </a:r>
          <a:r>
            <a:rPr lang="en-US" sz="1600" kern="1200" dirty="0" err="1"/>
            <a:t>gần</a:t>
          </a:r>
          <a:r>
            <a:rPr lang="en-US" sz="1600" kern="1200" dirty="0"/>
            <a:t> </a:t>
          </a:r>
          <a:r>
            <a:rPr lang="en-US" sz="1600" kern="1200" dirty="0" err="1"/>
            <a:t>như</a:t>
          </a:r>
          <a:r>
            <a:rPr lang="en-US" sz="1600" kern="1200" dirty="0"/>
            <a:t> </a:t>
          </a:r>
          <a:r>
            <a:rPr lang="en-US" sz="1600" kern="1200" dirty="0" err="1"/>
            <a:t>mọi</a:t>
          </a:r>
          <a:r>
            <a:rPr lang="en-US" sz="1600" kern="1200" dirty="0"/>
            <a:t> </a:t>
          </a:r>
          <a:r>
            <a:rPr lang="en-US" sz="1600" kern="1200" dirty="0" err="1"/>
            <a:t>thiết</a:t>
          </a:r>
          <a:r>
            <a:rPr lang="en-US" sz="1600" kern="1200" dirty="0"/>
            <a:t> </a:t>
          </a:r>
          <a:r>
            <a:rPr lang="en-US" sz="1600" kern="1200" dirty="0" err="1"/>
            <a:t>bị</a:t>
          </a:r>
          <a:r>
            <a:rPr lang="en-US" sz="1600" kern="1200" dirty="0"/>
            <a:t> </a:t>
          </a:r>
          <a:r>
            <a:rPr lang="en-US" sz="1600" kern="1200" dirty="0" err="1"/>
            <a:t>hệ</a:t>
          </a:r>
          <a:r>
            <a:rPr lang="en-US" sz="1600" kern="1200" dirty="0"/>
            <a:t> </a:t>
          </a:r>
          <a:r>
            <a:rPr lang="en-US" sz="1600" kern="1200" dirty="0" err="1"/>
            <a:t>thống</a:t>
          </a:r>
          <a:r>
            <a:rPr lang="en-US" sz="1600" kern="1200" dirty="0"/>
            <a:t> </a:t>
          </a:r>
          <a:r>
            <a:rPr lang="en-US" sz="1600" kern="1200" dirty="0" err="1"/>
            <a:t>công</a:t>
          </a:r>
          <a:r>
            <a:rPr lang="en-US" sz="1600" kern="1200" dirty="0"/>
            <a:t> </a:t>
          </a:r>
          <a:r>
            <a:rPr lang="en-US" sz="1600" kern="1200" dirty="0" err="1"/>
            <a:t>nghiệp</a:t>
          </a:r>
          <a:r>
            <a:rPr lang="en-US" sz="1600" kern="1200" dirty="0"/>
            <a:t> </a:t>
          </a:r>
          <a:r>
            <a:rPr lang="en-US" sz="1600" kern="1200" dirty="0" err="1"/>
            <a:t>như</a:t>
          </a:r>
          <a:r>
            <a:rPr lang="en-US" sz="1600" kern="1200" dirty="0"/>
            <a:t> </a:t>
          </a:r>
          <a:r>
            <a:rPr lang="en-US" sz="1600" kern="1200" dirty="0" err="1"/>
            <a:t>máy</a:t>
          </a:r>
          <a:r>
            <a:rPr lang="en-US" sz="1600" kern="1200" dirty="0"/>
            <a:t> CNC</a:t>
          </a:r>
          <a:r>
            <a:rPr lang="en-US" sz="1400" kern="1200" dirty="0"/>
            <a:t>, Robot, </a:t>
          </a:r>
          <a:r>
            <a:rPr lang="en-US" sz="1400" kern="1200" dirty="0" err="1"/>
            <a:t>các</a:t>
          </a:r>
          <a:r>
            <a:rPr lang="en-US" sz="1400" kern="1200" dirty="0"/>
            <a:t> </a:t>
          </a:r>
          <a:r>
            <a:rPr lang="en-US" sz="1400" kern="1200" dirty="0" err="1"/>
            <a:t>hệ</a:t>
          </a:r>
          <a:r>
            <a:rPr lang="en-US" sz="1400" kern="1200" dirty="0"/>
            <a:t> </a:t>
          </a:r>
          <a:r>
            <a:rPr lang="en-US" sz="1400" kern="1200" dirty="0" err="1"/>
            <a:t>thống</a:t>
          </a:r>
          <a:r>
            <a:rPr lang="en-US" sz="1400" kern="1200" dirty="0"/>
            <a:t> </a:t>
          </a:r>
          <a:r>
            <a:rPr lang="en-US" sz="1400" kern="1200" dirty="0" err="1"/>
            <a:t>tự</a:t>
          </a:r>
          <a:r>
            <a:rPr lang="en-US" sz="1400" kern="1200" dirty="0"/>
            <a:t> </a:t>
          </a:r>
          <a:r>
            <a:rPr lang="en-US" sz="1400" kern="1200" dirty="0" err="1"/>
            <a:t>động</a:t>
          </a:r>
          <a:r>
            <a:rPr lang="en-US" sz="1400" kern="1200" dirty="0"/>
            <a:t> </a:t>
          </a:r>
          <a:r>
            <a:rPr lang="en-US" sz="1400" kern="1200" dirty="0" err="1"/>
            <a:t>hóa</a:t>
          </a:r>
          <a:r>
            <a:rPr lang="en-US" sz="1400" kern="1200" dirty="0"/>
            <a:t> </a:t>
          </a:r>
          <a:r>
            <a:rPr lang="en-US" sz="1400" kern="1200" dirty="0" err="1"/>
            <a:t>như</a:t>
          </a:r>
          <a:r>
            <a:rPr lang="en-US" sz="1400" kern="1200" dirty="0"/>
            <a:t> bang </a:t>
          </a:r>
          <a:r>
            <a:rPr lang="en-US" sz="1400" kern="1200" dirty="0" err="1"/>
            <a:t>tải</a:t>
          </a:r>
          <a:endParaRPr lang="en-US" sz="1400" kern="1200" dirty="0"/>
        </a:p>
      </dsp:txBody>
      <dsp:txXfrm>
        <a:off x="0" y="1027703"/>
        <a:ext cx="5673213" cy="1076400"/>
      </dsp:txXfrm>
    </dsp:sp>
    <dsp:sp modelId="{A46E697F-DBC9-4BA9-A18B-F0534237BBCD}">
      <dsp:nvSpPr>
        <dsp:cNvPr id="0" name=""/>
        <dsp:cNvSpPr/>
      </dsp:nvSpPr>
      <dsp:spPr>
        <a:xfrm>
          <a:off x="0" y="2104103"/>
          <a:ext cx="5673213" cy="48721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Mục</a:t>
          </a:r>
          <a:r>
            <a:rPr lang="en-US" sz="2000" kern="1200" dirty="0"/>
            <a:t> </a:t>
          </a:r>
          <a:r>
            <a:rPr lang="en-US" sz="2000" kern="1200" dirty="0" err="1"/>
            <a:t>tiêu</a:t>
          </a:r>
          <a:r>
            <a:rPr lang="en-US" sz="2000" kern="1200" dirty="0"/>
            <a:t> </a:t>
          </a:r>
          <a:r>
            <a:rPr lang="en-US" sz="2000" kern="1200" dirty="0" err="1"/>
            <a:t>của</a:t>
          </a:r>
          <a:r>
            <a:rPr lang="en-US" sz="2000" kern="1200" dirty="0"/>
            <a:t> </a:t>
          </a:r>
          <a:r>
            <a:rPr lang="en-US" sz="2000" kern="1200" dirty="0" err="1"/>
            <a:t>đề</a:t>
          </a:r>
          <a:r>
            <a:rPr lang="en-US" sz="2000" kern="1200" dirty="0"/>
            <a:t> </a:t>
          </a:r>
          <a:r>
            <a:rPr lang="en-US" sz="2000" kern="1200" dirty="0" err="1"/>
            <a:t>tài</a:t>
          </a:r>
          <a:endParaRPr lang="en-US" sz="2000" kern="1200" dirty="0"/>
        </a:p>
      </dsp:txBody>
      <dsp:txXfrm>
        <a:off x="23784" y="2127887"/>
        <a:ext cx="5625645" cy="439650"/>
      </dsp:txXfrm>
    </dsp:sp>
    <dsp:sp modelId="{CCE72D06-54A3-4886-8ABE-D5F6C8F64E4B}">
      <dsp:nvSpPr>
        <dsp:cNvPr id="0" name=""/>
        <dsp:cNvSpPr/>
      </dsp:nvSpPr>
      <dsp:spPr>
        <a:xfrm>
          <a:off x="0" y="2591322"/>
          <a:ext cx="5673213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125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 err="1"/>
            <a:t>Thiết</a:t>
          </a:r>
          <a:r>
            <a:rPr lang="en-US" sz="1400" kern="1200" dirty="0"/>
            <a:t> </a:t>
          </a:r>
          <a:r>
            <a:rPr lang="en-US" sz="1400" kern="1200" dirty="0" err="1"/>
            <a:t>kế</a:t>
          </a:r>
          <a:r>
            <a:rPr lang="en-US" sz="1400" kern="1200" dirty="0"/>
            <a:t> </a:t>
          </a:r>
          <a:r>
            <a:rPr lang="en-US" sz="1400" kern="1200" dirty="0" err="1"/>
            <a:t>bộ</a:t>
          </a:r>
          <a:r>
            <a:rPr lang="en-US" sz="1400" kern="1200" dirty="0"/>
            <a:t> </a:t>
          </a:r>
          <a:r>
            <a:rPr lang="en-US" sz="1400" kern="1200" dirty="0" err="1"/>
            <a:t>điều</a:t>
          </a:r>
          <a:r>
            <a:rPr lang="en-US" sz="1400" kern="1200" dirty="0"/>
            <a:t> </a:t>
          </a:r>
          <a:r>
            <a:rPr lang="en-US" sz="1400" kern="1200" dirty="0" err="1"/>
            <a:t>khiển</a:t>
          </a:r>
          <a:r>
            <a:rPr lang="en-US" sz="1400" kern="1200" dirty="0"/>
            <a:t> </a:t>
          </a:r>
          <a:r>
            <a:rPr lang="en-US" sz="1400" kern="1200" dirty="0" err="1"/>
            <a:t>động</a:t>
          </a:r>
          <a:r>
            <a:rPr lang="en-US" sz="1400" kern="1200" dirty="0"/>
            <a:t> </a:t>
          </a:r>
          <a:r>
            <a:rPr lang="en-US" sz="1400" kern="1200" dirty="0" err="1"/>
            <a:t>cơ</a:t>
          </a:r>
          <a:r>
            <a:rPr lang="en-US" sz="1400" kern="1200" dirty="0"/>
            <a:t> DC servo, </a:t>
          </a:r>
          <a:r>
            <a:rPr lang="en-US" sz="1400" kern="1200" dirty="0" err="1"/>
            <a:t>điều</a:t>
          </a:r>
          <a:r>
            <a:rPr lang="en-US" sz="1400" kern="1200" dirty="0"/>
            <a:t> </a:t>
          </a:r>
          <a:r>
            <a:rPr lang="en-US" sz="1400" kern="1200" dirty="0" err="1"/>
            <a:t>khiển</a:t>
          </a:r>
          <a:r>
            <a:rPr lang="en-US" sz="1400" kern="1200" dirty="0"/>
            <a:t> </a:t>
          </a:r>
          <a:r>
            <a:rPr lang="en-US" sz="1400" kern="1200" dirty="0" err="1"/>
            <a:t>vận</a:t>
          </a:r>
          <a:r>
            <a:rPr lang="en-US" sz="1400" kern="1200" dirty="0"/>
            <a:t> </a:t>
          </a:r>
          <a:r>
            <a:rPr lang="en-US" sz="1400" kern="1200" dirty="0" err="1"/>
            <a:t>tốc</a:t>
          </a:r>
          <a:r>
            <a:rPr lang="en-US" sz="1400" kern="1200" dirty="0"/>
            <a:t> </a:t>
          </a:r>
          <a:r>
            <a:rPr lang="en-US" sz="1400" kern="1200" dirty="0" err="1"/>
            <a:t>và</a:t>
          </a:r>
          <a:r>
            <a:rPr lang="en-US" sz="1400" kern="1200" dirty="0"/>
            <a:t> </a:t>
          </a:r>
          <a:r>
            <a:rPr lang="en-US" sz="1400" kern="1200" dirty="0" err="1"/>
            <a:t>vị</a:t>
          </a:r>
          <a:r>
            <a:rPr lang="en-US" sz="1400" kern="1200" dirty="0"/>
            <a:t> </a:t>
          </a:r>
          <a:r>
            <a:rPr lang="en-US" sz="1400" kern="1200" dirty="0" err="1"/>
            <a:t>trí</a:t>
          </a:r>
          <a:endParaRPr lang="en-US" sz="1400" kern="1200" dirty="0"/>
        </a:p>
      </dsp:txBody>
      <dsp:txXfrm>
        <a:off x="0" y="2591322"/>
        <a:ext cx="5673213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6441-6B3E-45BD-2AC7-012579871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C60FE-8C2A-8D24-03BC-C6237FFB5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6FF78-3CA7-3275-0CD1-49938A93D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E040A-D1E2-E7C9-9709-EA68B971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53F82-368A-4F02-D7EB-440B3664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0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54CA-7B27-2E89-3926-ACD672D5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1970-3A29-256C-C09B-8D8C4410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D4890-26AA-1421-3E3F-8EBBCA7F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6829D-E254-EB45-6EBC-0CB015FF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75823-740A-D910-5D1E-7BDF617F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2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5713-52C4-AAF4-8B9E-88CC4E31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43705-7C89-BB2C-397A-68C7A350D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33647-8E70-16DA-5B2C-54A4DD0CD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76A4-DEB3-C0A7-1054-3D8FAB8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8068-6940-E1A0-71F2-F39C855A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3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BCA6-8557-DE35-D0AF-2CD0F7C9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20044-DA10-61DB-4210-05DC441B7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C7B9E-7551-1EC5-E300-54C96B553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99484-1375-00A9-21FD-AFD41DAC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0475B-3E97-C4CC-36B0-7F7745F0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90F20-2EA0-1B7E-1253-9C7AD95E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8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9C4D-58AE-3A23-8C16-3E2529F4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B85E3-3D7D-BCBB-A767-4D2AB2231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17AD2-AE97-F5DF-6BE9-08B1341F3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7551FC-9084-9CD7-A080-4AD1C5E83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2C8EE-2EFA-36FB-7794-056D335F2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1D680-7630-C8A6-B1CA-3BF5DC5F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C931B5-AF7B-BB00-CCC7-1CBF60A2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DCAEB-72AB-1B51-17B8-19779C88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9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A68A-F1ED-0385-6B7E-42933C79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D0246-FFD8-F348-8229-FDDC51C7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C36F2-B3E3-210A-7106-AF623C8B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7C08D-3A7A-2F05-572E-DF516DA0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9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B80E1-A547-8B47-34B6-FE1A5DE74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439F7-CC36-1D19-3BCA-80C75096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E478-14B2-CEDB-598E-C17D5EA2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7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045A2-F0EC-13B8-9002-8DEEE4A54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12436-0826-B481-84FD-021C6FF6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D3331-CFEA-C764-2B77-359AF521E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7499F-DF68-A5AA-889B-8AB17558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50339-AAD6-6F48-B6A5-39782EBD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F4960-F8DD-71A6-F787-15FFFDB1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4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1BFE-E18F-2F95-32B0-EC528A97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0214C-476F-7482-78EA-64CC8D71A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C1716-3DAC-A92E-6484-152EE3D51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DB021-2E96-A69A-487E-B4232314E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BFE04-761A-DDFA-B87E-3BF308AB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50F64-8BCF-74C6-08D9-6B1B931A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7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90BA-8E72-8671-48BA-7141D0CE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EB100-7D84-A9E5-2241-104D32083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9916D-1266-E975-2375-DAA39076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B855E-E9E0-3F46-E3D8-1A54BB0E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D512F-4AC6-7F71-CDCF-EF0CD4B4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67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66F24-8C64-C716-E2A8-AF1187E40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3D3CC-F69B-E16B-5824-6FB7C2541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AB1C6-B8E4-D9AE-0BA8-8F4C20AA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96132-AE58-F984-87F1-29E49D3E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D9539-6E5B-BB1A-BA04-F3C083E5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1052D-E317-3EAC-34B2-E5F23EA3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3EB5D-484B-3680-DC77-F828BA39C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9D7E0-AB55-42B4-CE7D-29230E7FE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A2C9A-0422-4710-B963-74E445E6353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792C8-0A68-A7C1-B24F-E18A5AAA4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A1761-0C08-1B6C-41B5-A6FDE9640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BD932-E089-475D-AAE5-909DF0F5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8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41.png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0.png"/><Relationship Id="rId4" Type="http://schemas.openxmlformats.org/officeDocument/2006/relationships/image" Target="../media/image2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7.png"/><Relationship Id="rId5" Type="http://schemas.openxmlformats.org/officeDocument/2006/relationships/image" Target="../media/image350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0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9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8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DBC35A-BAF0-C1F2-DA57-E66A2D289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20161"/>
              </p:ext>
            </p:extLst>
          </p:nvPr>
        </p:nvGraphicFramePr>
        <p:xfrm>
          <a:off x="2051664" y="1329265"/>
          <a:ext cx="8124724" cy="11386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334">
                  <a:extLst>
                    <a:ext uri="{9D8B030D-6E8A-4147-A177-3AD203B41FA5}">
                      <a16:colId xmlns:a16="http://schemas.microsoft.com/office/drawing/2014/main" val="2060350745"/>
                    </a:ext>
                  </a:extLst>
                </a:gridCol>
                <a:gridCol w="3057832">
                  <a:extLst>
                    <a:ext uri="{9D8B030D-6E8A-4147-A177-3AD203B41FA5}">
                      <a16:colId xmlns:a16="http://schemas.microsoft.com/office/drawing/2014/main" val="2534368314"/>
                    </a:ext>
                  </a:extLst>
                </a:gridCol>
                <a:gridCol w="1396181">
                  <a:extLst>
                    <a:ext uri="{9D8B030D-6E8A-4147-A177-3AD203B41FA5}">
                      <a16:colId xmlns:a16="http://schemas.microsoft.com/office/drawing/2014/main" val="539969332"/>
                    </a:ext>
                  </a:extLst>
                </a:gridCol>
                <a:gridCol w="2674377">
                  <a:extLst>
                    <a:ext uri="{9D8B030D-6E8A-4147-A177-3AD203B41FA5}">
                      <a16:colId xmlns:a16="http://schemas.microsoft.com/office/drawing/2014/main" val="432438958"/>
                    </a:ext>
                  </a:extLst>
                </a:gridCol>
              </a:tblGrid>
              <a:tr h="379544">
                <a:tc>
                  <a:txBody>
                    <a:bodyPr/>
                    <a:lstStyle/>
                    <a:p>
                      <a:r>
                        <a:rPr lang="en-US" dirty="0"/>
                        <a:t>GVHD: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Huỳnh Quang Duy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6154312"/>
                  </a:ext>
                </a:extLst>
              </a:tr>
              <a:tr h="379544">
                <a:tc>
                  <a:txBody>
                    <a:bodyPr/>
                    <a:lstStyle/>
                    <a:p>
                      <a:r>
                        <a:rPr lang="en-US" dirty="0"/>
                        <a:t>SVTH: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Nguyễn Quốc Việt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MSSV: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21146535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7346698"/>
                  </a:ext>
                </a:extLst>
              </a:tr>
              <a:tr h="379544">
                <a:tc>
                  <a:txBody>
                    <a:bodyPr/>
                    <a:lstStyle/>
                    <a:p>
                      <a:r>
                        <a:rPr lang="en-US" dirty="0"/>
                        <a:t>SĐT: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0784946770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đào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tạo</a:t>
                      </a:r>
                      <a:r>
                        <a:rPr lang="en-US" dirty="0"/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2889441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CA8619F-6BD2-7DB3-12DB-0607560CA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949" y="2639535"/>
            <a:ext cx="7011322" cy="3695322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376EBDB7-967E-43F7-30B2-FBDFE2A7EC10}"/>
              </a:ext>
            </a:extLst>
          </p:cNvPr>
          <p:cNvSpPr/>
          <p:nvPr/>
        </p:nvSpPr>
        <p:spPr>
          <a:xfrm>
            <a:off x="117986" y="18995"/>
            <a:ext cx="11965859" cy="806916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BÁO CÁO ĐỒ ÁN CƠ ĐIỆN TỬ</a:t>
            </a:r>
          </a:p>
        </p:txBody>
      </p:sp>
    </p:spTree>
    <p:extLst>
      <p:ext uri="{BB962C8B-B14F-4D97-AF65-F5344CB8AC3E}">
        <p14:creationId xmlns:p14="http://schemas.microsoft.com/office/powerpoint/2010/main" val="100015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94717FD7-E3BB-6C29-C8A1-715C3B81F6EB}"/>
              </a:ext>
            </a:extLst>
          </p:cNvPr>
          <p:cNvSpPr/>
          <p:nvPr/>
        </p:nvSpPr>
        <p:spPr>
          <a:xfrm>
            <a:off x="88490" y="75658"/>
            <a:ext cx="11985523" cy="808354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GIỚI THIỆU ĐỀ TÀI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A06200F-17C4-5CFA-E1B1-697039DF55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0871169"/>
              </p:ext>
            </p:extLst>
          </p:nvPr>
        </p:nvGraphicFramePr>
        <p:xfrm>
          <a:off x="314632" y="580103"/>
          <a:ext cx="5673213" cy="4208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Các ứng dụng của động cơ Servo trong công nghiệp">
            <a:extLst>
              <a:ext uri="{FF2B5EF4-FFF2-40B4-BE49-F238E27FC236}">
                <a16:creationId xmlns:a16="http://schemas.microsoft.com/office/drawing/2014/main" id="{73DCB3C7-1377-5555-3C71-D58A90B913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9575" y="3893116"/>
            <a:ext cx="2611264" cy="2799275"/>
          </a:xfrm>
          <a:prstGeom prst="rect">
            <a:avLst/>
          </a:prstGeom>
        </p:spPr>
      </p:pic>
      <p:pic>
        <p:nvPicPr>
          <p:cNvPr id="8" name="Picture 7" descr="Hệ thống băng tải tự động - Intech Goup">
            <a:extLst>
              <a:ext uri="{FF2B5EF4-FFF2-40B4-BE49-F238E27FC236}">
                <a16:creationId xmlns:a16="http://schemas.microsoft.com/office/drawing/2014/main" id="{BA9CF9A5-7A38-1F29-24F8-CC704F9311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025" y="3983067"/>
            <a:ext cx="3810000" cy="2619375"/>
          </a:xfrm>
          <a:prstGeom prst="rect">
            <a:avLst/>
          </a:prstGeom>
        </p:spPr>
      </p:pic>
      <p:pic>
        <p:nvPicPr>
          <p:cNvPr id="9" name="Picture 8" descr="top 10 máy CNC gia công tấm compact an toàn, tiết kiệm chi phí nhất hiện nay">
            <a:extLst>
              <a:ext uri="{FF2B5EF4-FFF2-40B4-BE49-F238E27FC236}">
                <a16:creationId xmlns:a16="http://schemas.microsoft.com/office/drawing/2014/main" id="{3B3AB4A2-BDA9-8400-993F-43BD965FB1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0839" y="1148419"/>
            <a:ext cx="4414684" cy="31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3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515FAA9B-B59E-BDF1-F1E9-327D23BC8E51}"/>
              </a:ext>
            </a:extLst>
          </p:cNvPr>
          <p:cNvSpPr/>
          <p:nvPr/>
        </p:nvSpPr>
        <p:spPr>
          <a:xfrm>
            <a:off x="88490" y="75658"/>
            <a:ext cx="11985523" cy="808354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THIẾT KẾ HỆ THỐNG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A1BF2-FBCD-7CED-43EA-03A929C14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27" y="1248697"/>
            <a:ext cx="4769333" cy="530110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E344A68-0EB9-24D3-BCE3-2378D2E96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771283"/>
              </p:ext>
            </p:extLst>
          </p:nvPr>
        </p:nvGraphicFramePr>
        <p:xfrm>
          <a:off x="6246763" y="1248697"/>
          <a:ext cx="4278124" cy="30706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9062">
                  <a:extLst>
                    <a:ext uri="{9D8B030D-6E8A-4147-A177-3AD203B41FA5}">
                      <a16:colId xmlns:a16="http://schemas.microsoft.com/office/drawing/2014/main" val="677664843"/>
                    </a:ext>
                  </a:extLst>
                </a:gridCol>
                <a:gridCol w="2139062">
                  <a:extLst>
                    <a:ext uri="{9D8B030D-6E8A-4147-A177-3AD203B41FA5}">
                      <a16:colId xmlns:a16="http://schemas.microsoft.com/office/drawing/2014/main" val="644520777"/>
                    </a:ext>
                  </a:extLst>
                </a:gridCol>
              </a:tblGrid>
              <a:tr h="607643">
                <a:tc gridSpan="2">
                  <a:txBody>
                    <a:bodyPr/>
                    <a:lstStyle/>
                    <a:p>
                      <a:r>
                        <a:rPr lang="en-US" dirty="0" err="1"/>
                        <a:t>Cấu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STM32F103C8T6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371455"/>
                  </a:ext>
                </a:extLst>
              </a:tr>
              <a:tr h="607643">
                <a:tc>
                  <a:txBody>
                    <a:bodyPr/>
                    <a:lstStyle/>
                    <a:p>
                      <a:r>
                        <a:rPr lang="en-US" dirty="0" err="1"/>
                        <a:t>Tần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xung</a:t>
                      </a:r>
                      <a:r>
                        <a:rPr lang="en-US" dirty="0"/>
                        <a:t> clock </a:t>
                      </a:r>
                      <a:r>
                        <a:rPr lang="en-US" dirty="0" err="1"/>
                        <a:t>của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cả</a:t>
                      </a:r>
                      <a:r>
                        <a:rPr lang="en-US" dirty="0"/>
                        <a:t> 2 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149657"/>
                  </a:ext>
                </a:extLst>
              </a:tr>
              <a:tr h="607643">
                <a:tc>
                  <a:txBody>
                    <a:bodyPr/>
                    <a:lstStyle/>
                    <a:p>
                      <a:r>
                        <a:rPr lang="en-US" dirty="0" err="1"/>
                        <a:t>Tần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xung</a:t>
                      </a:r>
                      <a:r>
                        <a:rPr lang="en-US" dirty="0"/>
                        <a:t> PWM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19,8KHz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538245"/>
                  </a:ext>
                </a:extLst>
              </a:tr>
              <a:tr h="607643">
                <a:tc>
                  <a:txBody>
                    <a:bodyPr/>
                    <a:lstStyle/>
                    <a:p>
                      <a:r>
                        <a:rPr lang="en-US" dirty="0"/>
                        <a:t>UART Baud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115200 bits/s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106349"/>
                  </a:ext>
                </a:extLst>
              </a:tr>
              <a:tr h="607643">
                <a:tc>
                  <a:txBody>
                    <a:bodyPr/>
                    <a:lstStyle/>
                    <a:p>
                      <a:r>
                        <a:rPr lang="en-US" dirty="0"/>
                        <a:t>I2C clock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100000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346642"/>
                  </a:ext>
                </a:extLst>
              </a:tr>
            </a:tbl>
          </a:graphicData>
        </a:graphic>
      </p:graphicFrame>
      <p:pic>
        <p:nvPicPr>
          <p:cNvPr id="2" name="Picture 1" descr="A blue circuit board with yellow pins&#10;&#10;AI-generated content may be incorrect.">
            <a:extLst>
              <a:ext uri="{FF2B5EF4-FFF2-40B4-BE49-F238E27FC236}">
                <a16:creationId xmlns:a16="http://schemas.microsoft.com/office/drawing/2014/main" id="{E1B50F12-E658-137B-2971-787F9FC75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763" y="4609413"/>
            <a:ext cx="2172929" cy="217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0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592B4-6021-02C0-2C9B-6423F2605FD6}"/>
              </a:ext>
            </a:extLst>
          </p:cNvPr>
          <p:cNvSpPr txBox="1"/>
          <p:nvPr/>
        </p:nvSpPr>
        <p:spPr>
          <a:xfrm>
            <a:off x="305100" y="1371867"/>
            <a:ext cx="472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Đọc</a:t>
            </a:r>
            <a:r>
              <a:rPr lang="en-US" dirty="0"/>
              <a:t> encoder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x4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EA3144-1C34-A1B3-8CCB-85B210D87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7" y="1741199"/>
            <a:ext cx="5043347" cy="41651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0B822D-0B45-837F-9F9B-AA11DBC09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060" y="4456834"/>
            <a:ext cx="3535603" cy="22861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2EF064-3877-B319-71B7-DEDB7E6D5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883" y="4799913"/>
            <a:ext cx="1962150" cy="1943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7FE7E-DF95-C2D1-874A-8C55709A2F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128" y="1087618"/>
            <a:ext cx="4432830" cy="33692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C46065-811B-0D2C-47A8-07349B910B7E}"/>
                  </a:ext>
                </a:extLst>
              </p:cNvPr>
              <p:cNvSpPr txBox="1"/>
              <p:nvPr/>
            </p:nvSpPr>
            <p:spPr>
              <a:xfrm>
                <a:off x="305100" y="383458"/>
                <a:ext cx="47293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xung</a:t>
                </a:r>
                <a:r>
                  <a:rPr lang="en-US" dirty="0"/>
                  <a:t> encoder </a:t>
                </a:r>
                <a:r>
                  <a:rPr lang="en-US" dirty="0" err="1"/>
                  <a:t>trả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ứng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vòng</a:t>
                </a:r>
                <a:r>
                  <a:rPr lang="en-US" dirty="0"/>
                  <a:t> quay </a:t>
                </a:r>
                <a:r>
                  <a:rPr lang="en-US" dirty="0" err="1"/>
                  <a:t>tương</a:t>
                </a:r>
                <a:r>
                  <a:rPr lang="en-US" dirty="0"/>
                  <a:t> </a:t>
                </a:r>
                <a:r>
                  <a:rPr lang="en-US" dirty="0" err="1"/>
                  <a:t>đương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:r>
                  <a:rPr lang="en-US" dirty="0" err="1"/>
                  <a:t>vít</a:t>
                </a:r>
                <a:r>
                  <a:rPr lang="en-US" dirty="0"/>
                  <a:t> me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2mm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𝑀𝑎𝑥𝐶𝑛𝑡</m:t>
                      </m:r>
                      <m:r>
                        <a:rPr lang="en-US" i="1"/>
                        <m:t>=11×4×30=1320 </m:t>
                      </m:r>
                      <m:r>
                        <a:rPr lang="en-US" i="1"/>
                        <m:t>𝑝𝑢𝑙𝑠𝑒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C46065-811B-0D2C-47A8-07349B910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00" y="383458"/>
                <a:ext cx="4729316" cy="923330"/>
              </a:xfrm>
              <a:prstGeom prst="rect">
                <a:avLst/>
              </a:prstGeom>
              <a:blipFill>
                <a:blip r:embed="rId6"/>
                <a:stretch>
                  <a:fillRect l="-1031"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830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9F40808-FAE5-108F-3F27-A545192983C0}"/>
              </a:ext>
            </a:extLst>
          </p:cNvPr>
          <p:cNvSpPr/>
          <p:nvPr/>
        </p:nvSpPr>
        <p:spPr>
          <a:xfrm>
            <a:off x="212014" y="2772698"/>
            <a:ext cx="646469" cy="3244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9AA70-97BB-CF98-D975-EC275A9EF043}"/>
              </a:ext>
            </a:extLst>
          </p:cNvPr>
          <p:cNvSpPr/>
          <p:nvPr/>
        </p:nvSpPr>
        <p:spPr>
          <a:xfrm>
            <a:off x="1211420" y="2723537"/>
            <a:ext cx="911941" cy="422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Get state()</a:t>
            </a:r>
          </a:p>
          <a:p>
            <a:pPr algn="ctr"/>
            <a:r>
              <a:rPr lang="en-US" sz="1000" dirty="0" err="1"/>
              <a:t>CntVel</a:t>
            </a:r>
            <a:r>
              <a:rPr lang="en-US" sz="1000" dirty="0"/>
              <a:t>++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89FD76AB-4226-7DE4-573B-DBF4BAE4633E}"/>
              </a:ext>
            </a:extLst>
          </p:cNvPr>
          <p:cNvSpPr/>
          <p:nvPr/>
        </p:nvSpPr>
        <p:spPr>
          <a:xfrm>
            <a:off x="2532016" y="2684208"/>
            <a:ext cx="121920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State=0</a:t>
            </a: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68E13072-F9FF-F625-0C81-D4A0957A66D2}"/>
              </a:ext>
            </a:extLst>
          </p:cNvPr>
          <p:cNvSpPr/>
          <p:nvPr/>
        </p:nvSpPr>
        <p:spPr>
          <a:xfrm>
            <a:off x="8738630" y="2664542"/>
            <a:ext cx="121920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State=1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7C0CBDEA-76FB-B5DC-F93F-469F0774900C}"/>
              </a:ext>
            </a:extLst>
          </p:cNvPr>
          <p:cNvSpPr/>
          <p:nvPr/>
        </p:nvSpPr>
        <p:spPr>
          <a:xfrm>
            <a:off x="6583521" y="2674376"/>
            <a:ext cx="121920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State=2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2A216A76-E941-074D-414B-3CA51C42CEF6}"/>
              </a:ext>
            </a:extLst>
          </p:cNvPr>
          <p:cNvSpPr/>
          <p:nvPr/>
        </p:nvSpPr>
        <p:spPr>
          <a:xfrm>
            <a:off x="4474709" y="2684208"/>
            <a:ext cx="121920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State=3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9DEFA-7CDE-C638-4C7A-9652256F74FB}"/>
              </a:ext>
            </a:extLst>
          </p:cNvPr>
          <p:cNvSpPr/>
          <p:nvPr/>
        </p:nvSpPr>
        <p:spPr>
          <a:xfrm>
            <a:off x="5775433" y="5220930"/>
            <a:ext cx="661220" cy="3539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Count++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88B158-7680-64FB-6FB6-B510C4E911CC}"/>
              </a:ext>
            </a:extLst>
          </p:cNvPr>
          <p:cNvSpPr/>
          <p:nvPr/>
        </p:nvSpPr>
        <p:spPr>
          <a:xfrm>
            <a:off x="5878056" y="697473"/>
            <a:ext cx="661220" cy="3539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Count--</a:t>
            </a:r>
          </a:p>
        </p:txBody>
      </p: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F6497013-01F2-8BC4-109F-3FFB8DE7B97A}"/>
              </a:ext>
            </a:extLst>
          </p:cNvPr>
          <p:cNvSpPr/>
          <p:nvPr/>
        </p:nvSpPr>
        <p:spPr>
          <a:xfrm>
            <a:off x="6375199" y="1366683"/>
            <a:ext cx="1635844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PreState</a:t>
            </a:r>
            <a:r>
              <a:rPr lang="en-US" sz="1000" dirty="0"/>
              <a:t>=0</a:t>
            </a: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87F93C59-5B26-C197-87E4-CCA972CFB5B5}"/>
              </a:ext>
            </a:extLst>
          </p:cNvPr>
          <p:cNvSpPr/>
          <p:nvPr/>
        </p:nvSpPr>
        <p:spPr>
          <a:xfrm>
            <a:off x="1951143" y="1363510"/>
            <a:ext cx="163953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PreState</a:t>
            </a:r>
            <a:r>
              <a:rPr lang="en-US" sz="1000" dirty="0"/>
              <a:t>=1</a:t>
            </a:r>
          </a:p>
        </p:txBody>
      </p: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F76C5478-8A29-2F81-1113-05BAFB97CA72}"/>
              </a:ext>
            </a:extLst>
          </p:cNvPr>
          <p:cNvSpPr/>
          <p:nvPr/>
        </p:nvSpPr>
        <p:spPr>
          <a:xfrm>
            <a:off x="4290145" y="1366684"/>
            <a:ext cx="163953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PreState</a:t>
            </a:r>
            <a:r>
              <a:rPr lang="en-US" sz="1000" dirty="0"/>
              <a:t>=2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47EB4812-CC4D-F121-40FA-17090C004294}"/>
              </a:ext>
            </a:extLst>
          </p:cNvPr>
          <p:cNvSpPr/>
          <p:nvPr/>
        </p:nvSpPr>
        <p:spPr>
          <a:xfrm>
            <a:off x="8530308" y="1366683"/>
            <a:ext cx="163953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PreState</a:t>
            </a:r>
            <a:r>
              <a:rPr lang="en-US" sz="1000" dirty="0"/>
              <a:t>=3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9FBAE36-4250-E204-C33B-91C66362E1F0}"/>
              </a:ext>
            </a:extLst>
          </p:cNvPr>
          <p:cNvCxnSpPr>
            <a:cxnSpLocks/>
            <a:stCxn id="8" idx="0"/>
            <a:endCxn id="18" idx="1"/>
          </p:cNvCxnSpPr>
          <p:nvPr/>
        </p:nvCxnSpPr>
        <p:spPr>
          <a:xfrm rot="16200000" flipV="1">
            <a:off x="2021225" y="1563816"/>
            <a:ext cx="1050311" cy="1190473"/>
          </a:xfrm>
          <a:prstGeom prst="bentConnector4">
            <a:avLst>
              <a:gd name="adj1" fmla="val 37128"/>
              <a:gd name="adj2" fmla="val 1192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41BE0F9-3385-BA75-8F34-965CC5548118}"/>
              </a:ext>
            </a:extLst>
          </p:cNvPr>
          <p:cNvCxnSpPr>
            <a:cxnSpLocks/>
            <a:stCxn id="18" idx="0"/>
            <a:endCxn id="16" idx="1"/>
          </p:cNvCxnSpPr>
          <p:nvPr/>
        </p:nvCxnSpPr>
        <p:spPr>
          <a:xfrm rot="5400000" flipH="1" flipV="1">
            <a:off x="4079954" y="-434592"/>
            <a:ext cx="489056" cy="31071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1C3B56B-FEF0-481C-0D08-25B4313958A1}"/>
              </a:ext>
            </a:extLst>
          </p:cNvPr>
          <p:cNvCxnSpPr>
            <a:cxnSpLocks/>
            <a:stCxn id="14" idx="0"/>
            <a:endCxn id="19" idx="1"/>
          </p:cNvCxnSpPr>
          <p:nvPr/>
        </p:nvCxnSpPr>
        <p:spPr>
          <a:xfrm rot="16200000" flipV="1">
            <a:off x="4163659" y="1763558"/>
            <a:ext cx="1047137" cy="794164"/>
          </a:xfrm>
          <a:prstGeom prst="bentConnector4">
            <a:avLst>
              <a:gd name="adj1" fmla="val 37089"/>
              <a:gd name="adj2" fmla="val 1287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5FB4D416-F1A4-F3D9-CE09-03A0A4A40CFD}"/>
              </a:ext>
            </a:extLst>
          </p:cNvPr>
          <p:cNvCxnSpPr>
            <a:cxnSpLocks/>
            <a:stCxn id="19" idx="0"/>
            <a:endCxn id="16" idx="1"/>
          </p:cNvCxnSpPr>
          <p:nvPr/>
        </p:nvCxnSpPr>
        <p:spPr>
          <a:xfrm rot="5400000" flipH="1" flipV="1">
            <a:off x="5247868" y="736496"/>
            <a:ext cx="492230" cy="7681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1E65639-8750-E91A-464F-96E01951A133}"/>
              </a:ext>
            </a:extLst>
          </p:cNvPr>
          <p:cNvCxnSpPr>
            <a:stCxn id="12" idx="0"/>
            <a:endCxn id="20" idx="2"/>
          </p:cNvCxnSpPr>
          <p:nvPr/>
        </p:nvCxnSpPr>
        <p:spPr>
          <a:xfrm flipV="1">
            <a:off x="9348230" y="1907457"/>
            <a:ext cx="1843" cy="757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97760DB7-3A39-8857-2742-2522EA12E9C0}"/>
              </a:ext>
            </a:extLst>
          </p:cNvPr>
          <p:cNvCxnSpPr>
            <a:stCxn id="17" idx="0"/>
            <a:endCxn id="16" idx="3"/>
          </p:cNvCxnSpPr>
          <p:nvPr/>
        </p:nvCxnSpPr>
        <p:spPr>
          <a:xfrm rot="16200000" flipV="1">
            <a:off x="6620085" y="793646"/>
            <a:ext cx="492229" cy="6538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7E22D075-C5D6-EB9E-7D1F-797C00DCCBE4}"/>
              </a:ext>
            </a:extLst>
          </p:cNvPr>
          <p:cNvCxnSpPr>
            <a:stCxn id="20" idx="0"/>
            <a:endCxn id="16" idx="3"/>
          </p:cNvCxnSpPr>
          <p:nvPr/>
        </p:nvCxnSpPr>
        <p:spPr>
          <a:xfrm rot="16200000" flipV="1">
            <a:off x="7698561" y="-284830"/>
            <a:ext cx="492229" cy="28107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lowchart: Decision 89">
            <a:extLst>
              <a:ext uri="{FF2B5EF4-FFF2-40B4-BE49-F238E27FC236}">
                <a16:creationId xmlns:a16="http://schemas.microsoft.com/office/drawing/2014/main" id="{F4D4AFB2-7A6A-7705-DA11-AFE55DB188B8}"/>
              </a:ext>
            </a:extLst>
          </p:cNvPr>
          <p:cNvSpPr/>
          <p:nvPr/>
        </p:nvSpPr>
        <p:spPr>
          <a:xfrm>
            <a:off x="8530308" y="4293215"/>
            <a:ext cx="1635844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PreState</a:t>
            </a:r>
            <a:r>
              <a:rPr lang="en-US" sz="1000" dirty="0"/>
              <a:t>=0</a:t>
            </a:r>
          </a:p>
        </p:txBody>
      </p:sp>
      <p:sp>
        <p:nvSpPr>
          <p:cNvPr id="91" name="Flowchart: Decision 90">
            <a:extLst>
              <a:ext uri="{FF2B5EF4-FFF2-40B4-BE49-F238E27FC236}">
                <a16:creationId xmlns:a16="http://schemas.microsoft.com/office/drawing/2014/main" id="{4AA5B4A2-4BD4-38E6-56C7-64D421F32A2F}"/>
              </a:ext>
            </a:extLst>
          </p:cNvPr>
          <p:cNvSpPr/>
          <p:nvPr/>
        </p:nvSpPr>
        <p:spPr>
          <a:xfrm>
            <a:off x="2315501" y="4322712"/>
            <a:ext cx="163953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PreState</a:t>
            </a:r>
            <a:r>
              <a:rPr lang="en-US" sz="1000" dirty="0"/>
              <a:t>=2</a:t>
            </a:r>
          </a:p>
        </p:txBody>
      </p:sp>
      <p:sp>
        <p:nvSpPr>
          <p:cNvPr id="92" name="Flowchart: Decision 91">
            <a:extLst>
              <a:ext uri="{FF2B5EF4-FFF2-40B4-BE49-F238E27FC236}">
                <a16:creationId xmlns:a16="http://schemas.microsoft.com/office/drawing/2014/main" id="{F69A96AF-08C0-2D43-EA17-90BB50711597}"/>
              </a:ext>
            </a:extLst>
          </p:cNvPr>
          <p:cNvSpPr/>
          <p:nvPr/>
        </p:nvSpPr>
        <p:spPr>
          <a:xfrm>
            <a:off x="4283795" y="4316362"/>
            <a:ext cx="163953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PreState</a:t>
            </a:r>
            <a:r>
              <a:rPr lang="en-US" sz="1000" dirty="0"/>
              <a:t>=1</a:t>
            </a:r>
          </a:p>
        </p:txBody>
      </p:sp>
      <p:sp>
        <p:nvSpPr>
          <p:cNvPr id="93" name="Flowchart: Decision 92">
            <a:extLst>
              <a:ext uri="{FF2B5EF4-FFF2-40B4-BE49-F238E27FC236}">
                <a16:creationId xmlns:a16="http://schemas.microsoft.com/office/drawing/2014/main" id="{BC32B3D0-140F-8E83-4FFA-DB8C1EF2B476}"/>
              </a:ext>
            </a:extLst>
          </p:cNvPr>
          <p:cNvSpPr/>
          <p:nvPr/>
        </p:nvSpPr>
        <p:spPr>
          <a:xfrm>
            <a:off x="6291215" y="4322712"/>
            <a:ext cx="1639530" cy="54077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PreState</a:t>
            </a:r>
            <a:r>
              <a:rPr lang="en-US" sz="1000" dirty="0"/>
              <a:t>=3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96792C0-24D1-7755-31AB-644DFC563871}"/>
              </a:ext>
            </a:extLst>
          </p:cNvPr>
          <p:cNvSpPr txBox="1"/>
          <p:nvPr/>
        </p:nvSpPr>
        <p:spPr>
          <a:xfrm>
            <a:off x="2123361" y="1981916"/>
            <a:ext cx="288412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8E373540-1263-D124-0C29-1AAD929F25D4}"/>
              </a:ext>
            </a:extLst>
          </p:cNvPr>
          <p:cNvCxnSpPr>
            <a:stCxn id="2" idx="6"/>
            <a:endCxn id="3" idx="1"/>
          </p:cNvCxnSpPr>
          <p:nvPr/>
        </p:nvCxnSpPr>
        <p:spPr>
          <a:xfrm>
            <a:off x="858483" y="2934931"/>
            <a:ext cx="3529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C67B968-B002-6806-2CDE-CCD0EB39441B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2123361" y="2934931"/>
            <a:ext cx="408655" cy="19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C44CBE28-7C8C-F7C5-2C03-85E57B23BB23}"/>
              </a:ext>
            </a:extLst>
          </p:cNvPr>
          <p:cNvSpPr txBox="1"/>
          <p:nvPr/>
        </p:nvSpPr>
        <p:spPr>
          <a:xfrm>
            <a:off x="2532016" y="1064193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06DE53CA-A346-3F98-B8C0-8DD9693DA6A8}"/>
              </a:ext>
            </a:extLst>
          </p:cNvPr>
          <p:cNvCxnSpPr>
            <a:cxnSpLocks/>
            <a:stCxn id="18" idx="3"/>
            <a:endCxn id="91" idx="0"/>
          </p:cNvCxnSpPr>
          <p:nvPr/>
        </p:nvCxnSpPr>
        <p:spPr>
          <a:xfrm flipH="1">
            <a:off x="3135266" y="1633897"/>
            <a:ext cx="455407" cy="2688815"/>
          </a:xfrm>
          <a:prstGeom prst="bentConnector4">
            <a:avLst>
              <a:gd name="adj1" fmla="val -76105"/>
              <a:gd name="adj2" fmla="val 769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019EDA24-71A6-2D89-FB1E-693F12D4C27A}"/>
              </a:ext>
            </a:extLst>
          </p:cNvPr>
          <p:cNvCxnSpPr>
            <a:stCxn id="91" idx="2"/>
            <a:endCxn id="15" idx="1"/>
          </p:cNvCxnSpPr>
          <p:nvPr/>
        </p:nvCxnSpPr>
        <p:spPr>
          <a:xfrm rot="16200000" flipH="1">
            <a:off x="4188137" y="3810614"/>
            <a:ext cx="534425" cy="26401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E3C59FFF-269B-4FD9-6C53-9A0EDCF8B1D1}"/>
              </a:ext>
            </a:extLst>
          </p:cNvPr>
          <p:cNvSpPr txBox="1"/>
          <p:nvPr/>
        </p:nvSpPr>
        <p:spPr>
          <a:xfrm>
            <a:off x="3548323" y="3412607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1F318856-BE98-A55B-2BC0-C3021B4CC32C}"/>
              </a:ext>
            </a:extLst>
          </p:cNvPr>
          <p:cNvCxnSpPr>
            <a:cxnSpLocks/>
            <a:stCxn id="19" idx="3"/>
            <a:endCxn id="92" idx="0"/>
          </p:cNvCxnSpPr>
          <p:nvPr/>
        </p:nvCxnSpPr>
        <p:spPr>
          <a:xfrm flipH="1">
            <a:off x="5103560" y="1637071"/>
            <a:ext cx="826115" cy="2679291"/>
          </a:xfrm>
          <a:prstGeom prst="bentConnector4">
            <a:avLst>
              <a:gd name="adj1" fmla="val -6249"/>
              <a:gd name="adj2" fmla="val 796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69E0E48C-4354-263C-96D6-1FD32C44A145}"/>
              </a:ext>
            </a:extLst>
          </p:cNvPr>
          <p:cNvCxnSpPr>
            <a:stCxn id="92" idx="2"/>
            <a:endCxn id="15" idx="1"/>
          </p:cNvCxnSpPr>
          <p:nvPr/>
        </p:nvCxnSpPr>
        <p:spPr>
          <a:xfrm rot="16200000" flipH="1">
            <a:off x="5169109" y="4791586"/>
            <a:ext cx="540775" cy="6718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F039FD2B-6256-5D23-2960-13CC01E1F8C8}"/>
              </a:ext>
            </a:extLst>
          </p:cNvPr>
          <p:cNvCxnSpPr>
            <a:stCxn id="13" idx="0"/>
            <a:endCxn id="17" idx="1"/>
          </p:cNvCxnSpPr>
          <p:nvPr/>
        </p:nvCxnSpPr>
        <p:spPr>
          <a:xfrm rot="16200000" flipV="1">
            <a:off x="6265507" y="1746762"/>
            <a:ext cx="1037306" cy="817922"/>
          </a:xfrm>
          <a:prstGeom prst="bentConnector4">
            <a:avLst>
              <a:gd name="adj1" fmla="val 36967"/>
              <a:gd name="adj2" fmla="val 12794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41B2B723-2E9F-2B63-72A2-2D17076C28CF}"/>
              </a:ext>
            </a:extLst>
          </p:cNvPr>
          <p:cNvCxnSpPr>
            <a:stCxn id="17" idx="3"/>
            <a:endCxn id="93" idx="0"/>
          </p:cNvCxnSpPr>
          <p:nvPr/>
        </p:nvCxnSpPr>
        <p:spPr>
          <a:xfrm flipH="1">
            <a:off x="7110980" y="1637070"/>
            <a:ext cx="900063" cy="2685642"/>
          </a:xfrm>
          <a:prstGeom prst="bentConnector4">
            <a:avLst>
              <a:gd name="adj1" fmla="val -15566"/>
              <a:gd name="adj2" fmla="val 832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E608CB86-CC54-78CA-EF13-5B644D6EFD78}"/>
              </a:ext>
            </a:extLst>
          </p:cNvPr>
          <p:cNvCxnSpPr>
            <a:stCxn id="20" idx="3"/>
            <a:endCxn id="90" idx="0"/>
          </p:cNvCxnSpPr>
          <p:nvPr/>
        </p:nvCxnSpPr>
        <p:spPr>
          <a:xfrm flipH="1">
            <a:off x="9348230" y="1637070"/>
            <a:ext cx="821608" cy="2656145"/>
          </a:xfrm>
          <a:prstGeom prst="bentConnector4">
            <a:avLst>
              <a:gd name="adj1" fmla="val -18249"/>
              <a:gd name="adj2" fmla="val 884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DDEEF920-BE46-064E-89E3-6194163737D0}"/>
              </a:ext>
            </a:extLst>
          </p:cNvPr>
          <p:cNvCxnSpPr>
            <a:stCxn id="93" idx="2"/>
            <a:endCxn id="15" idx="3"/>
          </p:cNvCxnSpPr>
          <p:nvPr/>
        </p:nvCxnSpPr>
        <p:spPr>
          <a:xfrm rot="5400000">
            <a:off x="6506605" y="4793535"/>
            <a:ext cx="534425" cy="6743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020E4025-709A-BE1A-3E7C-913BC491BE35}"/>
              </a:ext>
            </a:extLst>
          </p:cNvPr>
          <p:cNvCxnSpPr>
            <a:stCxn id="90" idx="2"/>
            <a:endCxn id="15" idx="3"/>
          </p:cNvCxnSpPr>
          <p:nvPr/>
        </p:nvCxnSpPr>
        <p:spPr>
          <a:xfrm rot="5400000">
            <a:off x="7610481" y="3660162"/>
            <a:ext cx="563922" cy="29115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17928D2-D427-DE0F-0A89-F46436CB50EF}"/>
              </a:ext>
            </a:extLst>
          </p:cNvPr>
          <p:cNvCxnSpPr>
            <a:stCxn id="8" idx="3"/>
            <a:endCxn id="14" idx="1"/>
          </p:cNvCxnSpPr>
          <p:nvPr/>
        </p:nvCxnSpPr>
        <p:spPr>
          <a:xfrm>
            <a:off x="3751216" y="2954595"/>
            <a:ext cx="7234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01310F02-B7B3-C767-563A-F60A013E3E3E}"/>
              </a:ext>
            </a:extLst>
          </p:cNvPr>
          <p:cNvCxnSpPr>
            <a:stCxn id="14" idx="3"/>
            <a:endCxn id="13" idx="1"/>
          </p:cNvCxnSpPr>
          <p:nvPr/>
        </p:nvCxnSpPr>
        <p:spPr>
          <a:xfrm flipV="1">
            <a:off x="5693909" y="2944763"/>
            <a:ext cx="889612" cy="9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792877B-DED4-FE5D-FAD6-B754ED77D7A2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 flipV="1">
            <a:off x="7802721" y="2934929"/>
            <a:ext cx="935909" cy="9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>
            <a:extLst>
              <a:ext uri="{FF2B5EF4-FFF2-40B4-BE49-F238E27FC236}">
                <a16:creationId xmlns:a16="http://schemas.microsoft.com/office/drawing/2014/main" id="{10C52F3C-4B60-2176-4285-EC23B1A50271}"/>
              </a:ext>
            </a:extLst>
          </p:cNvPr>
          <p:cNvSpPr/>
          <p:nvPr/>
        </p:nvSpPr>
        <p:spPr>
          <a:xfrm>
            <a:off x="11202433" y="2772696"/>
            <a:ext cx="646469" cy="3244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Stop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0849021-03A1-2A5C-1836-CAA1A0073A48}"/>
              </a:ext>
            </a:extLst>
          </p:cNvPr>
          <p:cNvCxnSpPr>
            <a:stCxn id="12" idx="3"/>
            <a:endCxn id="187" idx="2"/>
          </p:cNvCxnSpPr>
          <p:nvPr/>
        </p:nvCxnSpPr>
        <p:spPr>
          <a:xfrm>
            <a:off x="9957830" y="2934929"/>
            <a:ext cx="12446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870417E3-6C28-3B2C-A88E-51228FECC3A4}"/>
              </a:ext>
            </a:extLst>
          </p:cNvPr>
          <p:cNvSpPr txBox="1"/>
          <p:nvPr/>
        </p:nvSpPr>
        <p:spPr>
          <a:xfrm>
            <a:off x="4824802" y="1049949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165474A-03F7-4E9F-32F9-A0B261224B9F}"/>
              </a:ext>
            </a:extLst>
          </p:cNvPr>
          <p:cNvSpPr txBox="1"/>
          <p:nvPr/>
        </p:nvSpPr>
        <p:spPr>
          <a:xfrm>
            <a:off x="6904709" y="1042979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EF6A18F-F51F-9B7E-05D4-BC572FF7D92E}"/>
              </a:ext>
            </a:extLst>
          </p:cNvPr>
          <p:cNvSpPr txBox="1"/>
          <p:nvPr/>
        </p:nvSpPr>
        <p:spPr>
          <a:xfrm>
            <a:off x="9079019" y="1018304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633A9FB-140F-E9E2-3134-B175DDF2FEF7}"/>
              </a:ext>
            </a:extLst>
          </p:cNvPr>
          <p:cNvSpPr txBox="1"/>
          <p:nvPr/>
        </p:nvSpPr>
        <p:spPr>
          <a:xfrm>
            <a:off x="4305508" y="1926501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BF6A4AB-F48F-6988-04CD-2CADD2D62B76}"/>
              </a:ext>
            </a:extLst>
          </p:cNvPr>
          <p:cNvSpPr txBox="1"/>
          <p:nvPr/>
        </p:nvSpPr>
        <p:spPr>
          <a:xfrm>
            <a:off x="6447509" y="1926501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7012AA0-9DD5-319A-0294-F1D4DBFE359B}"/>
              </a:ext>
            </a:extLst>
          </p:cNvPr>
          <p:cNvSpPr txBox="1"/>
          <p:nvPr/>
        </p:nvSpPr>
        <p:spPr>
          <a:xfrm>
            <a:off x="9314021" y="2049402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DD7B772-99D7-993C-56D0-2A68A384D8BF}"/>
              </a:ext>
            </a:extLst>
          </p:cNvPr>
          <p:cNvSpPr txBox="1"/>
          <p:nvPr/>
        </p:nvSpPr>
        <p:spPr>
          <a:xfrm>
            <a:off x="5405497" y="3421315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F02F9F5-1AB9-A118-FC99-F5862D973039}"/>
              </a:ext>
            </a:extLst>
          </p:cNvPr>
          <p:cNvSpPr txBox="1"/>
          <p:nvPr/>
        </p:nvSpPr>
        <p:spPr>
          <a:xfrm>
            <a:off x="7546062" y="3469549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976DF2C-FC27-53C5-A586-9F06DCAE1F64}"/>
              </a:ext>
            </a:extLst>
          </p:cNvPr>
          <p:cNvSpPr txBox="1"/>
          <p:nvPr/>
        </p:nvSpPr>
        <p:spPr>
          <a:xfrm>
            <a:off x="9741218" y="3597273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D0702FE-4F8B-C635-F38C-9D325531B7FB}"/>
              </a:ext>
            </a:extLst>
          </p:cNvPr>
          <p:cNvSpPr txBox="1"/>
          <p:nvPr/>
        </p:nvSpPr>
        <p:spPr>
          <a:xfrm>
            <a:off x="4036816" y="2634736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86F2A19-8F43-FD28-DE2B-842E14661039}"/>
              </a:ext>
            </a:extLst>
          </p:cNvPr>
          <p:cNvSpPr txBox="1"/>
          <p:nvPr/>
        </p:nvSpPr>
        <p:spPr>
          <a:xfrm>
            <a:off x="6042749" y="2658293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CBF155EC-FFA3-E23B-4C27-8C1905AFF638}"/>
              </a:ext>
            </a:extLst>
          </p:cNvPr>
          <p:cNvSpPr txBox="1"/>
          <p:nvPr/>
        </p:nvSpPr>
        <p:spPr>
          <a:xfrm>
            <a:off x="8225917" y="2607384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FDD16B0-D70E-BEDF-0DC3-DE21B6D32F44}"/>
              </a:ext>
            </a:extLst>
          </p:cNvPr>
          <p:cNvSpPr txBox="1"/>
          <p:nvPr/>
        </p:nvSpPr>
        <p:spPr>
          <a:xfrm>
            <a:off x="10004738" y="2637692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16" name="Flowchart: Decision 215">
            <a:extLst>
              <a:ext uri="{FF2B5EF4-FFF2-40B4-BE49-F238E27FC236}">
                <a16:creationId xmlns:a16="http://schemas.microsoft.com/office/drawing/2014/main" id="{AA8B79CD-5993-F30A-E20B-5030FC02B46F}"/>
              </a:ext>
            </a:extLst>
          </p:cNvPr>
          <p:cNvSpPr/>
          <p:nvPr/>
        </p:nvSpPr>
        <p:spPr>
          <a:xfrm>
            <a:off x="9759598" y="595109"/>
            <a:ext cx="2010804" cy="82755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Count&lt;=-1320</a:t>
            </a:r>
          </a:p>
        </p:txBody>
      </p: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976A64FE-9194-A1B8-4A0B-EDD2BD11D4E8}"/>
              </a:ext>
            </a:extLst>
          </p:cNvPr>
          <p:cNvCxnSpPr>
            <a:cxnSpLocks/>
            <a:stCxn id="16" idx="0"/>
            <a:endCxn id="216" idx="0"/>
          </p:cNvCxnSpPr>
          <p:nvPr/>
        </p:nvCxnSpPr>
        <p:spPr>
          <a:xfrm rot="5400000" flipH="1" flipV="1">
            <a:off x="8435651" y="-1631876"/>
            <a:ext cx="102364" cy="4556334"/>
          </a:xfrm>
          <a:prstGeom prst="bentConnector3">
            <a:avLst>
              <a:gd name="adj1" fmla="val 3233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CC719B2-6D00-C956-4030-BBF3291E4F77}"/>
              </a:ext>
            </a:extLst>
          </p:cNvPr>
          <p:cNvSpPr/>
          <p:nvPr/>
        </p:nvSpPr>
        <p:spPr>
          <a:xfrm>
            <a:off x="11158378" y="1718748"/>
            <a:ext cx="821608" cy="415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PosCnt</a:t>
            </a:r>
            <a:r>
              <a:rPr lang="en-US" dirty="0"/>
              <a:t>--</a:t>
            </a:r>
          </a:p>
        </p:txBody>
      </p: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17075E28-FD16-A50C-10BC-33222D7677CD}"/>
              </a:ext>
            </a:extLst>
          </p:cNvPr>
          <p:cNvCxnSpPr>
            <a:cxnSpLocks/>
            <a:stCxn id="216" idx="3"/>
            <a:endCxn id="241" idx="0"/>
          </p:cNvCxnSpPr>
          <p:nvPr/>
        </p:nvCxnSpPr>
        <p:spPr>
          <a:xfrm flipH="1">
            <a:off x="11569182" y="1008887"/>
            <a:ext cx="201220" cy="709861"/>
          </a:xfrm>
          <a:prstGeom prst="bentConnector4">
            <a:avLst>
              <a:gd name="adj1" fmla="val -113607"/>
              <a:gd name="adj2" fmla="val 7914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: Elbow 244">
            <a:extLst>
              <a:ext uri="{FF2B5EF4-FFF2-40B4-BE49-F238E27FC236}">
                <a16:creationId xmlns:a16="http://schemas.microsoft.com/office/drawing/2014/main" id="{72F2DA4F-9F02-8628-5418-C7C83A8BF9D0}"/>
              </a:ext>
            </a:extLst>
          </p:cNvPr>
          <p:cNvCxnSpPr>
            <a:cxnSpLocks/>
            <a:stCxn id="216" idx="2"/>
          </p:cNvCxnSpPr>
          <p:nvPr/>
        </p:nvCxnSpPr>
        <p:spPr>
          <a:xfrm rot="5400000">
            <a:off x="9991193" y="2161122"/>
            <a:ext cx="1512264" cy="353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F15BCA53-796C-2A32-D127-860B025E738B}"/>
              </a:ext>
            </a:extLst>
          </p:cNvPr>
          <p:cNvCxnSpPr>
            <a:cxnSpLocks/>
            <a:stCxn id="241" idx="2"/>
          </p:cNvCxnSpPr>
          <p:nvPr/>
        </p:nvCxnSpPr>
        <p:spPr>
          <a:xfrm rot="5400000">
            <a:off x="10878134" y="2243880"/>
            <a:ext cx="800675" cy="58142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448F535-4F05-D246-5878-5C618E6D6933}"/>
              </a:ext>
            </a:extLst>
          </p:cNvPr>
          <p:cNvSpPr/>
          <p:nvPr/>
        </p:nvSpPr>
        <p:spPr>
          <a:xfrm>
            <a:off x="5216836" y="10244486"/>
            <a:ext cx="661220" cy="3539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Count++</a:t>
            </a:r>
          </a:p>
        </p:txBody>
      </p:sp>
      <p:sp>
        <p:nvSpPr>
          <p:cNvPr id="259" name="Flowchart: Decision 258">
            <a:extLst>
              <a:ext uri="{FF2B5EF4-FFF2-40B4-BE49-F238E27FC236}">
                <a16:creationId xmlns:a16="http://schemas.microsoft.com/office/drawing/2014/main" id="{05E0B382-7AC6-ECAC-E3B2-19D3B15C70F2}"/>
              </a:ext>
            </a:extLst>
          </p:cNvPr>
          <p:cNvSpPr/>
          <p:nvPr/>
        </p:nvSpPr>
        <p:spPr>
          <a:xfrm>
            <a:off x="8738630" y="5788325"/>
            <a:ext cx="1891072" cy="82755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Count&gt;=1320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4CF46BB-C14D-F3AE-2076-DC64B2CED261}"/>
              </a:ext>
            </a:extLst>
          </p:cNvPr>
          <p:cNvSpPr/>
          <p:nvPr/>
        </p:nvSpPr>
        <p:spPr>
          <a:xfrm>
            <a:off x="10909206" y="4385346"/>
            <a:ext cx="821608" cy="415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PosCnt</a:t>
            </a:r>
            <a:r>
              <a:rPr lang="en-US" sz="1000" dirty="0"/>
              <a:t>++</a:t>
            </a:r>
            <a:endParaRPr lang="en-US" dirty="0"/>
          </a:p>
        </p:txBody>
      </p:sp>
      <p:cxnSp>
        <p:nvCxnSpPr>
          <p:cNvPr id="266" name="Connector: Elbow 265">
            <a:extLst>
              <a:ext uri="{FF2B5EF4-FFF2-40B4-BE49-F238E27FC236}">
                <a16:creationId xmlns:a16="http://schemas.microsoft.com/office/drawing/2014/main" id="{D0748762-64CE-6184-11B3-DC2ED7678C77}"/>
              </a:ext>
            </a:extLst>
          </p:cNvPr>
          <p:cNvCxnSpPr>
            <a:stCxn id="15" idx="2"/>
            <a:endCxn id="259" idx="1"/>
          </p:cNvCxnSpPr>
          <p:nvPr/>
        </p:nvCxnSpPr>
        <p:spPr>
          <a:xfrm rot="16200000" flipH="1">
            <a:off x="7108730" y="4572203"/>
            <a:ext cx="627212" cy="2632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: Elbow 267">
            <a:extLst>
              <a:ext uri="{FF2B5EF4-FFF2-40B4-BE49-F238E27FC236}">
                <a16:creationId xmlns:a16="http://schemas.microsoft.com/office/drawing/2014/main" id="{3B47C181-34A3-29D0-5E0C-572198699FCA}"/>
              </a:ext>
            </a:extLst>
          </p:cNvPr>
          <p:cNvCxnSpPr>
            <a:stCxn id="259" idx="3"/>
            <a:endCxn id="264" idx="2"/>
          </p:cNvCxnSpPr>
          <p:nvPr/>
        </p:nvCxnSpPr>
        <p:spPr>
          <a:xfrm flipV="1">
            <a:off x="10629702" y="4800852"/>
            <a:ext cx="690308" cy="14012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36C5D554-C9EA-3EFB-F360-5DD2FEEF9346}"/>
              </a:ext>
            </a:extLst>
          </p:cNvPr>
          <p:cNvCxnSpPr>
            <a:stCxn id="259" idx="0"/>
          </p:cNvCxnSpPr>
          <p:nvPr/>
        </p:nvCxnSpPr>
        <p:spPr>
          <a:xfrm rot="5400000" flipH="1" flipV="1">
            <a:off x="8761472" y="3872373"/>
            <a:ext cx="2838647" cy="993259"/>
          </a:xfrm>
          <a:prstGeom prst="bentConnector3">
            <a:avLst>
              <a:gd name="adj1" fmla="val 233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: Elbow 273">
            <a:extLst>
              <a:ext uri="{FF2B5EF4-FFF2-40B4-BE49-F238E27FC236}">
                <a16:creationId xmlns:a16="http://schemas.microsoft.com/office/drawing/2014/main" id="{81BD986D-F276-940D-6CF5-125D59C13900}"/>
              </a:ext>
            </a:extLst>
          </p:cNvPr>
          <p:cNvCxnSpPr>
            <a:stCxn id="264" idx="0"/>
          </p:cNvCxnSpPr>
          <p:nvPr/>
        </p:nvCxnSpPr>
        <p:spPr>
          <a:xfrm rot="16200000" flipV="1">
            <a:off x="10430827" y="3496162"/>
            <a:ext cx="1450417" cy="3279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2F77A197-507A-2DC2-D03C-13B7EBACBE7A}"/>
              </a:ext>
            </a:extLst>
          </p:cNvPr>
          <p:cNvSpPr txBox="1"/>
          <p:nvPr/>
        </p:nvSpPr>
        <p:spPr>
          <a:xfrm>
            <a:off x="11645495" y="749650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99136F6-826D-1674-3C27-71AF19D430B1}"/>
              </a:ext>
            </a:extLst>
          </p:cNvPr>
          <p:cNvSpPr txBox="1"/>
          <p:nvPr/>
        </p:nvSpPr>
        <p:spPr>
          <a:xfrm>
            <a:off x="10765000" y="5904370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CED5CE6-0572-7635-C7EF-D9E0AFB16446}"/>
              </a:ext>
            </a:extLst>
          </p:cNvPr>
          <p:cNvSpPr txBox="1"/>
          <p:nvPr/>
        </p:nvSpPr>
        <p:spPr>
          <a:xfrm>
            <a:off x="9631941" y="5265365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D7C9A367-D45C-4A6F-4CF7-A5B6FB8DC5CC}"/>
              </a:ext>
            </a:extLst>
          </p:cNvPr>
          <p:cNvSpPr txBox="1"/>
          <p:nvPr/>
        </p:nvSpPr>
        <p:spPr>
          <a:xfrm>
            <a:off x="10319514" y="1370891"/>
            <a:ext cx="28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6D6FD-400F-E431-885D-D52C229A7963}"/>
              </a:ext>
            </a:extLst>
          </p:cNvPr>
          <p:cNvSpPr txBox="1"/>
          <p:nvPr/>
        </p:nvSpPr>
        <p:spPr>
          <a:xfrm>
            <a:off x="212014" y="167148"/>
            <a:ext cx="337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Lưu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encoder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30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F6A068-2FFA-2D60-EED5-9F3EE2AE17FD}"/>
              </a:ext>
            </a:extLst>
          </p:cNvPr>
          <p:cNvSpPr txBox="1"/>
          <p:nvPr/>
        </p:nvSpPr>
        <p:spPr>
          <a:xfrm>
            <a:off x="226142" y="521110"/>
            <a:ext cx="698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Lưu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8B0230-C7FA-7D18-94E0-ABBDCD20BB4C}"/>
              </a:ext>
            </a:extLst>
          </p:cNvPr>
          <p:cNvSpPr/>
          <p:nvPr/>
        </p:nvSpPr>
        <p:spPr>
          <a:xfrm>
            <a:off x="115617" y="1602424"/>
            <a:ext cx="926688" cy="5152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429F59-C411-AE03-F16D-1A405E740332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 flipV="1">
            <a:off x="1042305" y="1851378"/>
            <a:ext cx="524348" cy="8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A3D847D-5BCF-56A1-2C5C-BDD7D5D8BBCC}"/>
                  </a:ext>
                </a:extLst>
              </p:cNvPr>
              <p:cNvSpPr/>
              <p:nvPr/>
            </p:nvSpPr>
            <p:spPr>
              <a:xfrm>
                <a:off x="7983794" y="1480291"/>
                <a:ext cx="2389242" cy="75954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60×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𝐶𝑛𝑡𝑡𝑚𝑝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𝑀𝑎𝑥𝐶𝑛𝑡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A3D847D-5BCF-56A1-2C5C-BDD7D5D8B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794" y="1480291"/>
                <a:ext cx="2389242" cy="7595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6A54B74-C4E9-985D-345F-2B4DA17144DC}"/>
              </a:ext>
            </a:extLst>
          </p:cNvPr>
          <p:cNvSpPr/>
          <p:nvPr/>
        </p:nvSpPr>
        <p:spPr>
          <a:xfrm>
            <a:off x="1566653" y="1254525"/>
            <a:ext cx="1251298" cy="11937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CntVel</a:t>
            </a:r>
            <a:r>
              <a:rPr lang="en-US" dirty="0"/>
              <a:t>++</a:t>
            </a:r>
          </a:p>
          <a:p>
            <a:pPr algn="ctr"/>
            <a:r>
              <a:rPr lang="en-US" dirty="0"/>
              <a:t>Get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1C28BE-8FDE-46CF-9317-0CB0D6C04208}"/>
                  </a:ext>
                </a:extLst>
              </p:cNvPr>
              <p:cNvSpPr/>
              <p:nvPr/>
            </p:nvSpPr>
            <p:spPr>
              <a:xfrm>
                <a:off x="7913456" y="2788294"/>
                <a:ext cx="3623185" cy="85540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𝑃𝑜𝑠𝐶𝑛𝑡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𝑀𝑎𝑥𝐶𝑛𝑡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1C28BE-8FDE-46CF-9317-0CB0D6C04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456" y="2788294"/>
                <a:ext cx="3623185" cy="855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7E13D1-15C1-24D8-5D92-DCEC69226AA3}"/>
              </a:ext>
            </a:extLst>
          </p:cNvPr>
          <p:cNvCxnSpPr>
            <a:cxnSpLocks/>
          </p:cNvCxnSpPr>
          <p:nvPr/>
        </p:nvCxnSpPr>
        <p:spPr>
          <a:xfrm flipV="1">
            <a:off x="1381743" y="1879962"/>
            <a:ext cx="0" cy="1465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72C1854-0539-8CA3-A344-401038405BBF}"/>
              </a:ext>
            </a:extLst>
          </p:cNvPr>
          <p:cNvSpPr txBox="1"/>
          <p:nvPr/>
        </p:nvSpPr>
        <p:spPr>
          <a:xfrm rot="16200000">
            <a:off x="4225026" y="2757371"/>
            <a:ext cx="1368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Timer 5ms</a:t>
            </a:r>
          </a:p>
        </p:txBody>
      </p:sp>
      <p:sp>
        <p:nvSpPr>
          <p:cNvPr id="33" name="Flowchart: Process 32">
            <a:extLst>
              <a:ext uri="{FF2B5EF4-FFF2-40B4-BE49-F238E27FC236}">
                <a16:creationId xmlns:a16="http://schemas.microsoft.com/office/drawing/2014/main" id="{0FB923B0-1733-F928-4BB7-82E52D60E0E3}"/>
              </a:ext>
            </a:extLst>
          </p:cNvPr>
          <p:cNvSpPr/>
          <p:nvPr/>
        </p:nvSpPr>
        <p:spPr>
          <a:xfrm>
            <a:off x="5384611" y="1304541"/>
            <a:ext cx="1775471" cy="111104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Cnttmp</a:t>
            </a:r>
            <a:r>
              <a:rPr lang="en-US" dirty="0"/>
              <a:t>=</a:t>
            </a:r>
            <a:r>
              <a:rPr lang="en-US" dirty="0" err="1"/>
              <a:t>CntVel</a:t>
            </a:r>
            <a:endParaRPr lang="en-US" dirty="0"/>
          </a:p>
          <a:p>
            <a:pPr algn="ctr"/>
            <a:r>
              <a:rPr lang="en-US" dirty="0" err="1"/>
              <a:t>CntVel</a:t>
            </a:r>
            <a:r>
              <a:rPr lang="en-US" dirty="0"/>
              <a:t>=0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AE48772-8DF5-6027-B37B-2BB3D3EC3E84}"/>
              </a:ext>
            </a:extLst>
          </p:cNvPr>
          <p:cNvCxnSpPr>
            <a:cxnSpLocks/>
            <a:stCxn id="33" idx="3"/>
            <a:endCxn id="6" idx="1"/>
          </p:cNvCxnSpPr>
          <p:nvPr/>
        </p:nvCxnSpPr>
        <p:spPr>
          <a:xfrm>
            <a:off x="7160082" y="1860063"/>
            <a:ext cx="823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353F601-2D76-3989-8E9D-CAA40CB51568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6919398" y="2221940"/>
            <a:ext cx="1368683" cy="6194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1EAEBA4-DDBC-687B-4466-3DF37EF8BFB2}"/>
              </a:ext>
            </a:extLst>
          </p:cNvPr>
          <p:cNvCxnSpPr>
            <a:cxnSpLocks/>
          </p:cNvCxnSpPr>
          <p:nvPr/>
        </p:nvCxnSpPr>
        <p:spPr>
          <a:xfrm flipV="1">
            <a:off x="5035675" y="1860063"/>
            <a:ext cx="0" cy="1711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39CD15E-09FA-1CB0-871D-7AE9BDCC336B}"/>
              </a:ext>
            </a:extLst>
          </p:cNvPr>
          <p:cNvSpPr txBox="1"/>
          <p:nvPr/>
        </p:nvSpPr>
        <p:spPr>
          <a:xfrm rot="16200000">
            <a:off x="677971" y="2604780"/>
            <a:ext cx="1111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9BF6A0-D015-822D-442C-AFFB1CF0CAD8}"/>
              </a:ext>
            </a:extLst>
          </p:cNvPr>
          <p:cNvSpPr/>
          <p:nvPr/>
        </p:nvSpPr>
        <p:spPr>
          <a:xfrm>
            <a:off x="3157215" y="1254525"/>
            <a:ext cx="1567487" cy="11937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count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preState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71968A-B340-42F0-2EE1-0C2D7A8706A8}"/>
              </a:ext>
            </a:extLst>
          </p:cNvPr>
          <p:cNvCxnSpPr>
            <a:stCxn id="7" idx="3"/>
            <a:endCxn id="22" idx="1"/>
          </p:cNvCxnSpPr>
          <p:nvPr/>
        </p:nvCxnSpPr>
        <p:spPr>
          <a:xfrm>
            <a:off x="2817951" y="1851378"/>
            <a:ext cx="339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88FDB1-7BEF-ACE5-B790-4452D952B833}"/>
              </a:ext>
            </a:extLst>
          </p:cNvPr>
          <p:cNvCxnSpPr>
            <a:stCxn id="22" idx="3"/>
            <a:endCxn id="33" idx="1"/>
          </p:cNvCxnSpPr>
          <p:nvPr/>
        </p:nvCxnSpPr>
        <p:spPr>
          <a:xfrm>
            <a:off x="4724702" y="1851378"/>
            <a:ext cx="659909" cy="8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23157AEB-3226-F359-F921-E75F26DFD4E3}"/>
              </a:ext>
            </a:extLst>
          </p:cNvPr>
          <p:cNvSpPr/>
          <p:nvPr/>
        </p:nvSpPr>
        <p:spPr>
          <a:xfrm>
            <a:off x="11073297" y="1562861"/>
            <a:ext cx="926688" cy="5152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E02013C-F1BE-A762-FD6B-A9432855190F}"/>
              </a:ext>
            </a:extLst>
          </p:cNvPr>
          <p:cNvCxnSpPr>
            <a:stCxn id="6" idx="3"/>
            <a:endCxn id="38" idx="2"/>
          </p:cNvCxnSpPr>
          <p:nvPr/>
        </p:nvCxnSpPr>
        <p:spPr>
          <a:xfrm flipV="1">
            <a:off x="10373036" y="1820500"/>
            <a:ext cx="700261" cy="395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3FC9EE4-0B07-A9B3-7DCF-6B31E9759C74}"/>
              </a:ext>
            </a:extLst>
          </p:cNvPr>
          <p:cNvCxnSpPr>
            <a:stCxn id="8" idx="3"/>
            <a:endCxn id="38" idx="4"/>
          </p:cNvCxnSpPr>
          <p:nvPr/>
        </p:nvCxnSpPr>
        <p:spPr>
          <a:xfrm flipV="1">
            <a:off x="11536641" y="2078139"/>
            <a:ext cx="12700" cy="1137860"/>
          </a:xfrm>
          <a:prstGeom prst="bentConnector4">
            <a:avLst>
              <a:gd name="adj1" fmla="val 3154843"/>
              <a:gd name="adj2" fmla="val 687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14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37F65343-9A2D-FECB-49C1-B4044416E249}"/>
              </a:ext>
            </a:extLst>
          </p:cNvPr>
          <p:cNvSpPr/>
          <p:nvPr/>
        </p:nvSpPr>
        <p:spPr>
          <a:xfrm>
            <a:off x="117987" y="85490"/>
            <a:ext cx="11985524" cy="789581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CÁC THÔNG SỐ TÍNH TOÁN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E12684-7EA9-9ACD-00A0-F4994952C54A}"/>
                  </a:ext>
                </a:extLst>
              </p:cNvPr>
              <p:cNvSpPr txBox="1"/>
              <p:nvPr/>
            </p:nvSpPr>
            <p:spPr>
              <a:xfrm>
                <a:off x="501445" y="1152992"/>
                <a:ext cx="7295536" cy="1240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Lực </a:t>
                </a:r>
                <a:r>
                  <a:rPr lang="en-US" dirty="0" err="1"/>
                  <a:t>vòng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thiết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quay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:r>
                  <a:rPr lang="en-US" dirty="0" err="1"/>
                  <a:t>vít</a:t>
                </a:r>
                <a:r>
                  <a:rPr lang="en-US" dirty="0"/>
                  <a:t> me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luật</a:t>
                </a:r>
                <a:r>
                  <a:rPr lang="en-US" dirty="0"/>
                  <a:t> 2 Newton: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ượ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ượ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𝑚𝑎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=(0+0,1)×0,08×9,81+0,08×0,005=0,07888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E12684-7EA9-9ACD-00A0-F4994952C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45" y="1152992"/>
                <a:ext cx="7295536" cy="1240211"/>
              </a:xfrm>
              <a:prstGeom prst="rect">
                <a:avLst/>
              </a:prstGeom>
              <a:blipFill>
                <a:blip r:embed="rId2"/>
                <a:stretch>
                  <a:fillRect l="-66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1B5BCD-15FF-BB15-54B9-AFBA13034A4C}"/>
                  </a:ext>
                </a:extLst>
              </p:cNvPr>
              <p:cNvSpPr txBox="1"/>
              <p:nvPr/>
            </p:nvSpPr>
            <p:spPr>
              <a:xfrm>
                <a:off x="8091947" y="1152992"/>
                <a:ext cx="3893575" cy="1220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Trong </a:t>
                </a:r>
                <a:r>
                  <a:rPr lang="en-US" dirty="0" err="1"/>
                  <a:t>đó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luật</a:t>
                </a:r>
                <a:r>
                  <a:rPr lang="en-US" dirty="0"/>
                  <a:t> 3 Newton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ượ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=0,1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1B5BCD-15FF-BB15-54B9-AFBA13034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947" y="1152992"/>
                <a:ext cx="3893575" cy="1220462"/>
              </a:xfrm>
              <a:prstGeom prst="rect">
                <a:avLst/>
              </a:prstGeom>
              <a:blipFill>
                <a:blip r:embed="rId3"/>
                <a:stretch>
                  <a:fillRect l="-1252" t="-2000" b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22C1CA-5F9E-F0BB-78E1-83FC44261084}"/>
                  </a:ext>
                </a:extLst>
              </p:cNvPr>
              <p:cNvSpPr txBox="1"/>
              <p:nvPr/>
            </p:nvSpPr>
            <p:spPr>
              <a:xfrm>
                <a:off x="604683" y="2671124"/>
                <a:ext cx="5860026" cy="1172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gia</a:t>
                </a:r>
                <a:r>
                  <a:rPr lang="en-US" dirty="0"/>
                  <a:t> 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mong</a:t>
                </a:r>
                <a:r>
                  <a:rPr lang="en-US" dirty="0"/>
                  <a:t> </a:t>
                </a:r>
                <a:r>
                  <a:rPr lang="en-US" dirty="0" err="1"/>
                  <a:t>muốn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5mm/s </a:t>
                </a:r>
                <a:r>
                  <a:rPr lang="en-US" dirty="0" err="1"/>
                  <a:t>trên</a:t>
                </a:r>
                <a:r>
                  <a:rPr lang="en-US" dirty="0"/>
                  <a:t> 1s: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=0,005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22C1CA-5F9E-F0BB-78E1-83FC44261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83" y="2671124"/>
                <a:ext cx="5860026" cy="1172309"/>
              </a:xfrm>
              <a:prstGeom prst="rect">
                <a:avLst/>
              </a:prstGeom>
              <a:blipFill>
                <a:blip r:embed="rId4"/>
                <a:stretch>
                  <a:fillRect l="-832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ADC207-0F77-1AF1-1868-26C006D50AB6}"/>
                  </a:ext>
                </a:extLst>
              </p:cNvPr>
              <p:cNvSpPr txBox="1"/>
              <p:nvPr/>
            </p:nvSpPr>
            <p:spPr>
              <a:xfrm>
                <a:off x="6656439" y="2651375"/>
                <a:ext cx="5535561" cy="1217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thiết</a:t>
                </a:r>
                <a:r>
                  <a:rPr lang="en-US" dirty="0"/>
                  <a:t> ở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60×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60×5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=150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𝑅𝑃𝑀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ADC207-0F77-1AF1-1868-26C006D50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439" y="2651375"/>
                <a:ext cx="5535561" cy="1217641"/>
              </a:xfrm>
              <a:prstGeom prst="rect">
                <a:avLst/>
              </a:prstGeom>
              <a:blipFill>
                <a:blip r:embed="rId5"/>
                <a:stretch>
                  <a:fillRect l="-991"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92948CC-A087-4490-86CF-54E29357D8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06" y="4030248"/>
            <a:ext cx="7384765" cy="180866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90A261-C42B-C7F1-A0C0-C3D13BAC0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96030"/>
              </p:ext>
            </p:extLst>
          </p:nvPr>
        </p:nvGraphicFramePr>
        <p:xfrm>
          <a:off x="344129" y="4030248"/>
          <a:ext cx="3460955" cy="237502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36115">
                  <a:extLst>
                    <a:ext uri="{9D8B030D-6E8A-4147-A177-3AD203B41FA5}">
                      <a16:colId xmlns:a16="http://schemas.microsoft.com/office/drawing/2014/main" val="1878862124"/>
                    </a:ext>
                  </a:extLst>
                </a:gridCol>
                <a:gridCol w="1324840">
                  <a:extLst>
                    <a:ext uri="{9D8B030D-6E8A-4147-A177-3AD203B41FA5}">
                      <a16:colId xmlns:a16="http://schemas.microsoft.com/office/drawing/2014/main" val="4112153512"/>
                    </a:ext>
                  </a:extLst>
                </a:gridCol>
              </a:tblGrid>
              <a:tr h="424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Thông </a:t>
                      </a:r>
                      <a:r>
                        <a:rPr lang="en-US" sz="2000" b="1" kern="100" dirty="0" err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000" b="1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00" dirty="0" err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2000" b="1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00" dirty="0" err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vào</a:t>
                      </a:r>
                      <a:endParaRPr lang="en-US" sz="2000" b="1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9227121"/>
                  </a:ext>
                </a:extLst>
              </a:tr>
              <a:tr h="424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Vận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tốc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tối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đa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mong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muốn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của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bàn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máy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5mm/s 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8642507"/>
                  </a:ext>
                </a:extLst>
              </a:tr>
              <a:tr h="4152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Kích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thước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mô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hình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dự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tính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30x20x10 cm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5706234"/>
                  </a:ext>
                </a:extLst>
              </a:tr>
              <a:tr h="3885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</a:rPr>
                        <a:t>Tải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trọng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ước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tính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80g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077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176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19744C-30CB-98B3-CE77-A823D10B95C4}"/>
                  </a:ext>
                </a:extLst>
              </p:cNvPr>
              <p:cNvSpPr txBox="1"/>
              <p:nvPr/>
            </p:nvSpPr>
            <p:spPr>
              <a:xfrm>
                <a:off x="481782" y="553548"/>
                <a:ext cx="5860025" cy="895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Công </a:t>
                </a:r>
                <a:r>
                  <a:rPr lang="en-US" dirty="0" err="1"/>
                  <a:t>suất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0,07888×0,005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=3,94×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19744C-30CB-98B3-CE77-A823D10B9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2" y="553548"/>
                <a:ext cx="5860025" cy="895310"/>
              </a:xfrm>
              <a:prstGeom prst="rect">
                <a:avLst/>
              </a:prstGeom>
              <a:blipFill>
                <a:blip r:embed="rId2"/>
                <a:stretch>
                  <a:fillRect l="-832" t="-3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3151E9-B727-EA81-10FD-AF2952566B7A}"/>
                  </a:ext>
                </a:extLst>
              </p:cNvPr>
              <p:cNvSpPr txBox="1"/>
              <p:nvPr/>
            </p:nvSpPr>
            <p:spPr>
              <a:xfrm>
                <a:off x="481782" y="1659194"/>
                <a:ext cx="7246374" cy="978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Momen </a:t>
                </a:r>
                <a:r>
                  <a:rPr lang="en-US" dirty="0" err="1"/>
                  <a:t>xoắn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thiết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𝑙𝑣𝑐𝑡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9,55×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𝑙𝑣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𝑙𝑣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9,55×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×3,94×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150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=0,025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3151E9-B727-EA81-10FD-AF2952566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2" y="1659194"/>
                <a:ext cx="7246374" cy="978922"/>
              </a:xfrm>
              <a:prstGeom prst="rect">
                <a:avLst/>
              </a:prstGeom>
              <a:blipFill>
                <a:blip r:embed="rId3"/>
                <a:stretch>
                  <a:fillRect l="-673" t="-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8E025C4-88D4-09A7-8DFB-265A1361A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99" y="2848452"/>
            <a:ext cx="6525483" cy="32278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B2F7D-6664-80D0-CAF4-3BB092574DA9}"/>
                  </a:ext>
                </a:extLst>
              </p:cNvPr>
              <p:cNvSpPr txBox="1"/>
              <p:nvPr/>
            </p:nvSpPr>
            <p:spPr>
              <a:xfrm>
                <a:off x="6720382" y="3543621"/>
                <a:ext cx="56142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=&gt;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cơ</a:t>
                </a:r>
                <a:r>
                  <a:rPr lang="en-US" dirty="0"/>
                  <a:t> JGB37-520, 333RPM, </a:t>
                </a:r>
                <a:r>
                  <a:rPr lang="en-US" dirty="0" err="1"/>
                  <a:t>hộp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1:30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6 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𝑉𝑜𝑙𝑡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𝑟𝑎𝑡𝑒𝑑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=1,7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=0,16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&gt;0,025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12 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𝑉𝑜𝑙𝑡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𝑟𝑎𝑡𝑒𝑑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=3,5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=0,34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&gt;0,025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B2F7D-6664-80D0-CAF4-3BB092574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382" y="3543621"/>
                <a:ext cx="5614218" cy="1200329"/>
              </a:xfrm>
              <a:prstGeom prst="rect">
                <a:avLst/>
              </a:prstGeom>
              <a:blipFill>
                <a:blip r:embed="rId5"/>
                <a:stretch>
                  <a:fillRect l="-869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167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E4760B-0B70-A817-6B13-C20C71F7E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923355"/>
              </p:ext>
            </p:extLst>
          </p:nvPr>
        </p:nvGraphicFramePr>
        <p:xfrm>
          <a:off x="481781" y="196796"/>
          <a:ext cx="5152105" cy="3974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2440">
                  <a:extLst>
                    <a:ext uri="{9D8B030D-6E8A-4147-A177-3AD203B41FA5}">
                      <a16:colId xmlns:a16="http://schemas.microsoft.com/office/drawing/2014/main" val="2406065435"/>
                    </a:ext>
                  </a:extLst>
                </a:gridCol>
                <a:gridCol w="1279665">
                  <a:extLst>
                    <a:ext uri="{9D8B030D-6E8A-4147-A177-3AD203B41FA5}">
                      <a16:colId xmlns:a16="http://schemas.microsoft.com/office/drawing/2014/main" val="2468296496"/>
                    </a:ext>
                  </a:extLst>
                </a:gridCol>
              </a:tblGrid>
              <a:tr h="32561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lượng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470289"/>
                  </a:ext>
                </a:extLst>
              </a:tr>
              <a:tr h="510459">
                <a:tc>
                  <a:txBody>
                    <a:bodyPr/>
                    <a:lstStyle/>
                    <a:p>
                      <a:r>
                        <a:rPr lang="en-US" dirty="0" err="1"/>
                        <a:t>Màn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LCD HD44780 20x4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8795"/>
                  </a:ext>
                </a:extLst>
              </a:tr>
              <a:tr h="629264">
                <a:tc>
                  <a:txBody>
                    <a:bodyPr/>
                    <a:lstStyle/>
                    <a:p>
                      <a:r>
                        <a:rPr lang="en-US" dirty="0"/>
                        <a:t>Vi </a:t>
                      </a:r>
                      <a:r>
                        <a:rPr lang="en-US" dirty="0" err="1"/>
                        <a:t>điều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khiển</a:t>
                      </a:r>
                      <a:r>
                        <a:rPr lang="en-US" dirty="0"/>
                        <a:t> STM32F103C8T6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900762"/>
                  </a:ext>
                </a:extLst>
              </a:tr>
              <a:tr h="619433">
                <a:tc>
                  <a:txBody>
                    <a:bodyPr/>
                    <a:lstStyle/>
                    <a:p>
                      <a:r>
                        <a:rPr lang="en-US" dirty="0" err="1"/>
                        <a:t>Mạch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suất</a:t>
                      </a:r>
                      <a:r>
                        <a:rPr lang="en-US" dirty="0"/>
                        <a:t> TB6612FNG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467555"/>
                  </a:ext>
                </a:extLst>
              </a:tr>
              <a:tr h="616543">
                <a:tc>
                  <a:txBody>
                    <a:bodyPr/>
                    <a:lstStyle/>
                    <a:p>
                      <a:r>
                        <a:rPr lang="en-US" dirty="0" err="1"/>
                        <a:t>Động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cơ</a:t>
                      </a:r>
                      <a:r>
                        <a:rPr lang="en-US" dirty="0"/>
                        <a:t> DC JGB37-520 333RPM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386248"/>
                  </a:ext>
                </a:extLst>
              </a:tr>
              <a:tr h="616543">
                <a:tc>
                  <a:txBody>
                    <a:bodyPr/>
                    <a:lstStyle/>
                    <a:p>
                      <a:r>
                        <a:rPr lang="en-US" dirty="0" err="1"/>
                        <a:t>Mạch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chuyển</a:t>
                      </a:r>
                      <a:r>
                        <a:rPr lang="en-US" dirty="0"/>
                        <a:t> I2C PCF8574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252490"/>
                  </a:ext>
                </a:extLst>
              </a:tr>
              <a:tr h="616543">
                <a:tc>
                  <a:txBody>
                    <a:bodyPr/>
                    <a:lstStyle/>
                    <a:p>
                      <a:r>
                        <a:rPr lang="en-US" dirty="0"/>
                        <a:t>Adapter 12V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20063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E611C00-22ED-CC94-FEDC-07D540BEA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589" y="548300"/>
            <a:ext cx="3551935" cy="2381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F6FE1D-CAA4-8E50-5E60-830E38ABF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177" y="4489662"/>
            <a:ext cx="2185204" cy="2185204"/>
          </a:xfrm>
          <a:prstGeom prst="rect">
            <a:avLst/>
          </a:prstGeom>
        </p:spPr>
      </p:pic>
      <p:pic>
        <p:nvPicPr>
          <p:cNvPr id="13" name="Picture 12" descr="A blue circuit board with yellow pins&#10;&#10;AI-generated content may be incorrect.">
            <a:extLst>
              <a:ext uri="{FF2B5EF4-FFF2-40B4-BE49-F238E27FC236}">
                <a16:creationId xmlns:a16="http://schemas.microsoft.com/office/drawing/2014/main" id="{3D104C88-1761-347D-DACF-109C928B5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68" y="4306529"/>
            <a:ext cx="2551471" cy="25514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54200B-A8A4-CBC6-2B99-388BE7F2E1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875" y="2929897"/>
            <a:ext cx="3783573" cy="37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1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80F8F5-F60B-F039-B021-699928C1C5ED}"/>
              </a:ext>
            </a:extLst>
          </p:cNvPr>
          <p:cNvSpPr/>
          <p:nvPr/>
        </p:nvSpPr>
        <p:spPr>
          <a:xfrm>
            <a:off x="3178276" y="2427338"/>
            <a:ext cx="2969343" cy="2003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Microcontroller</a:t>
            </a:r>
          </a:p>
          <a:p>
            <a:pPr algn="ctr"/>
            <a:r>
              <a:rPr lang="en-US" dirty="0"/>
              <a:t>STM32F103C8T6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93D58BD-905E-7402-7541-2E3B07EF8CFC}"/>
              </a:ext>
            </a:extLst>
          </p:cNvPr>
          <p:cNvSpPr/>
          <p:nvPr/>
        </p:nvSpPr>
        <p:spPr>
          <a:xfrm>
            <a:off x="10451689" y="2750574"/>
            <a:ext cx="1445343" cy="1356851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 motor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37394-054D-69B3-225E-3F123EB358E8}"/>
              </a:ext>
            </a:extLst>
          </p:cNvPr>
          <p:cNvSpPr/>
          <p:nvPr/>
        </p:nvSpPr>
        <p:spPr>
          <a:xfrm>
            <a:off x="7472516" y="2863645"/>
            <a:ext cx="1465006" cy="1130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E26EB-9F49-CC37-6DF6-F8D11F57714A}"/>
              </a:ext>
            </a:extLst>
          </p:cNvPr>
          <p:cNvSpPr/>
          <p:nvPr/>
        </p:nvSpPr>
        <p:spPr>
          <a:xfrm>
            <a:off x="34413" y="29295"/>
            <a:ext cx="1632154" cy="9291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laptop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234E8-EB5E-93A6-315A-758A42877138}"/>
              </a:ext>
            </a:extLst>
          </p:cNvPr>
          <p:cNvSpPr/>
          <p:nvPr/>
        </p:nvSpPr>
        <p:spPr>
          <a:xfrm>
            <a:off x="1666567" y="4930878"/>
            <a:ext cx="1356852" cy="1130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LCD screen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BA33EE-D0DA-D484-C0A3-B773AF0891C9}"/>
              </a:ext>
            </a:extLst>
          </p:cNvPr>
          <p:cNvSpPr/>
          <p:nvPr/>
        </p:nvSpPr>
        <p:spPr>
          <a:xfrm>
            <a:off x="5476568" y="1196870"/>
            <a:ext cx="174522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adapter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1C79E4A-2F15-46D2-8B92-CC8A8FA250B7}"/>
              </a:ext>
            </a:extLst>
          </p:cNvPr>
          <p:cNvCxnSpPr>
            <a:cxnSpLocks/>
          </p:cNvCxnSpPr>
          <p:nvPr/>
        </p:nvCxnSpPr>
        <p:spPr>
          <a:xfrm rot="5400000">
            <a:off x="8012538" y="1006441"/>
            <a:ext cx="323237" cy="6511413"/>
          </a:xfrm>
          <a:prstGeom prst="bentConnector3">
            <a:avLst>
              <a:gd name="adj1" fmla="val 38973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C0FD9CF-4899-5511-259F-E9ABF89C8883}"/>
              </a:ext>
            </a:extLst>
          </p:cNvPr>
          <p:cNvCxnSpPr>
            <a:cxnSpLocks/>
            <a:stCxn id="7" idx="3"/>
            <a:endCxn id="6" idx="3"/>
          </p:cNvCxnSpPr>
          <p:nvPr/>
        </p:nvCxnSpPr>
        <p:spPr>
          <a:xfrm>
            <a:off x="8937522" y="3429000"/>
            <a:ext cx="1725833" cy="479719"/>
          </a:xfrm>
          <a:prstGeom prst="bentConnector4">
            <a:avLst>
              <a:gd name="adj1" fmla="val 21080"/>
              <a:gd name="adj2" fmla="val 19684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7FAFA26-4760-48EA-0631-A8322F8ED012}"/>
              </a:ext>
            </a:extLst>
          </p:cNvPr>
          <p:cNvCxnSpPr>
            <a:cxnSpLocks/>
            <a:stCxn id="4" idx="1"/>
            <a:endCxn id="9" idx="0"/>
          </p:cNvCxnSpPr>
          <p:nvPr/>
        </p:nvCxnSpPr>
        <p:spPr>
          <a:xfrm rot="10800000" flipV="1">
            <a:off x="2344994" y="3429000"/>
            <a:ext cx="833283" cy="150187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785B0F6-3F50-FB80-EBF6-714B31819BDF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6147619" y="3429000"/>
            <a:ext cx="13248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CC7B27C-525F-41A0-B468-D0C6589F5FFD}"/>
              </a:ext>
            </a:extLst>
          </p:cNvPr>
          <p:cNvCxnSpPr>
            <a:stCxn id="6" idx="5"/>
            <a:endCxn id="4" idx="2"/>
          </p:cNvCxnSpPr>
          <p:nvPr/>
        </p:nvCxnSpPr>
        <p:spPr>
          <a:xfrm rot="5400000">
            <a:off x="7913186" y="658481"/>
            <a:ext cx="521943" cy="7022418"/>
          </a:xfrm>
          <a:prstGeom prst="bentConnector3">
            <a:avLst>
              <a:gd name="adj1" fmla="val 3642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45A64809-9624-17FD-8A2C-B3DDE48E31F7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6207772" y="3908717"/>
            <a:ext cx="1997247" cy="85638"/>
          </a:xfrm>
          <a:prstGeom prst="bentConnector4">
            <a:avLst>
              <a:gd name="adj1" fmla="val 31662"/>
              <a:gd name="adj2" fmla="val 36693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8A03991-BA4B-18C6-9976-6987B03B053B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16200000" flipH="1">
            <a:off x="6628379" y="1287004"/>
            <a:ext cx="1297443" cy="18558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764CAD6-EA65-D2A6-AF09-62A7CF96C8AB}"/>
              </a:ext>
            </a:extLst>
          </p:cNvPr>
          <p:cNvCxnSpPr>
            <a:stCxn id="7" idx="3"/>
            <a:endCxn id="6" idx="2"/>
          </p:cNvCxnSpPr>
          <p:nvPr/>
        </p:nvCxnSpPr>
        <p:spPr>
          <a:xfrm>
            <a:off x="8937522" y="3429000"/>
            <a:ext cx="15141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6C04B6FF-4C69-7020-3864-F00CD0377CB5}"/>
              </a:ext>
            </a:extLst>
          </p:cNvPr>
          <p:cNvSpPr txBox="1"/>
          <p:nvPr/>
        </p:nvSpPr>
        <p:spPr>
          <a:xfrm>
            <a:off x="3150624" y="3230399"/>
            <a:ext cx="833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I2C1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BD40F2-6A9C-790F-FFFD-FD01C15AD4F9}"/>
              </a:ext>
            </a:extLst>
          </p:cNvPr>
          <p:cNvSpPr txBox="1"/>
          <p:nvPr/>
        </p:nvSpPr>
        <p:spPr>
          <a:xfrm>
            <a:off x="8524566" y="4967832"/>
            <a:ext cx="234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Encoder channel A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3352CF-F7D6-E674-6734-3AB257DF9F06}"/>
              </a:ext>
            </a:extLst>
          </p:cNvPr>
          <p:cNvSpPr txBox="1"/>
          <p:nvPr/>
        </p:nvSpPr>
        <p:spPr>
          <a:xfrm>
            <a:off x="8524566" y="5460757"/>
            <a:ext cx="234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Encoder channel B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E264D3-543E-54E8-687C-DF9CBCEAB819}"/>
              </a:ext>
            </a:extLst>
          </p:cNvPr>
          <p:cNvSpPr txBox="1"/>
          <p:nvPr/>
        </p:nvSpPr>
        <p:spPr>
          <a:xfrm>
            <a:off x="6656438" y="1863108"/>
            <a:ext cx="1130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12V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3E54BA-6DD0-1CD1-EA96-3A8991CF36E2}"/>
              </a:ext>
            </a:extLst>
          </p:cNvPr>
          <p:cNvSpPr txBox="1"/>
          <p:nvPr/>
        </p:nvSpPr>
        <p:spPr>
          <a:xfrm>
            <a:off x="9362632" y="3114861"/>
            <a:ext cx="96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8D5F589-5D2C-9655-8E28-0034D180FF4F}"/>
              </a:ext>
            </a:extLst>
          </p:cNvPr>
          <p:cNvSpPr txBox="1"/>
          <p:nvPr/>
        </p:nvSpPr>
        <p:spPr>
          <a:xfrm>
            <a:off x="9422786" y="4032312"/>
            <a:ext cx="96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OUT2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6A1D7235-DB0E-AA90-D4C6-4DA7AF6E89BF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1913606" y="3428999"/>
            <a:ext cx="1264671" cy="151079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D8E5F0D-4B3A-B62A-F41B-5A3F0A82C199}"/>
              </a:ext>
            </a:extLst>
          </p:cNvPr>
          <p:cNvSpPr txBox="1"/>
          <p:nvPr/>
        </p:nvSpPr>
        <p:spPr>
          <a:xfrm rot="16200000">
            <a:off x="1457111" y="4007209"/>
            <a:ext cx="605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SDA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ED2842B-7180-DB0E-E9C1-1C1239A88F45}"/>
              </a:ext>
            </a:extLst>
          </p:cNvPr>
          <p:cNvSpPr txBox="1"/>
          <p:nvPr/>
        </p:nvSpPr>
        <p:spPr>
          <a:xfrm rot="16200000">
            <a:off x="1881329" y="3986527"/>
            <a:ext cx="605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SCL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FDA13B3-BA74-C248-70C3-0F12E02F29E4}"/>
              </a:ext>
            </a:extLst>
          </p:cNvPr>
          <p:cNvSpPr txBox="1"/>
          <p:nvPr/>
        </p:nvSpPr>
        <p:spPr>
          <a:xfrm>
            <a:off x="5526344" y="3191247"/>
            <a:ext cx="84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PWM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88391CF-1AB6-93AE-61E5-8ABE417B6D06}"/>
              </a:ext>
            </a:extLst>
          </p:cNvPr>
          <p:cNvSpPr txBox="1"/>
          <p:nvPr/>
        </p:nvSpPr>
        <p:spPr>
          <a:xfrm>
            <a:off x="5576121" y="3809689"/>
            <a:ext cx="84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DC0E837-4C2E-1BC9-396C-491AE66709EE}"/>
              </a:ext>
            </a:extLst>
          </p:cNvPr>
          <p:cNvSpPr/>
          <p:nvPr/>
        </p:nvSpPr>
        <p:spPr>
          <a:xfrm>
            <a:off x="1759933" y="1435259"/>
            <a:ext cx="1632154" cy="7189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UART driver</a:t>
            </a: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9F797B1E-DE9E-BF52-DFF9-A5C476F34D3D}"/>
              </a:ext>
            </a:extLst>
          </p:cNvPr>
          <p:cNvCxnSpPr>
            <a:stCxn id="103" idx="3"/>
            <a:endCxn id="4" idx="0"/>
          </p:cNvCxnSpPr>
          <p:nvPr/>
        </p:nvCxnSpPr>
        <p:spPr>
          <a:xfrm>
            <a:off x="3392087" y="1794751"/>
            <a:ext cx="1270861" cy="63258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F97D53A-4D19-8948-44F1-D1DC3E229643}"/>
              </a:ext>
            </a:extLst>
          </p:cNvPr>
          <p:cNvSpPr txBox="1"/>
          <p:nvPr/>
        </p:nvSpPr>
        <p:spPr>
          <a:xfrm>
            <a:off x="4317590" y="2434482"/>
            <a:ext cx="100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USART1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3E5AF012-3FDC-A894-3F1D-4CB48D113E70}"/>
              </a:ext>
            </a:extLst>
          </p:cNvPr>
          <p:cNvCxnSpPr>
            <a:stCxn id="8" idx="2"/>
            <a:endCxn id="103" idx="1"/>
          </p:cNvCxnSpPr>
          <p:nvPr/>
        </p:nvCxnSpPr>
        <p:spPr>
          <a:xfrm rot="16200000" flipH="1">
            <a:off x="887058" y="921876"/>
            <a:ext cx="836306" cy="90944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2291EFF-5F37-4C70-66EA-27E367A14C13}"/>
              </a:ext>
            </a:extLst>
          </p:cNvPr>
          <p:cNvSpPr txBox="1"/>
          <p:nvPr/>
        </p:nvSpPr>
        <p:spPr>
          <a:xfrm>
            <a:off x="4304344" y="4100529"/>
            <a:ext cx="118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EXTI 8&amp;15</a:t>
            </a:r>
          </a:p>
        </p:txBody>
      </p:sp>
    </p:spTree>
    <p:extLst>
      <p:ext uri="{BB962C8B-B14F-4D97-AF65-F5344CB8AC3E}">
        <p14:creationId xmlns:p14="http://schemas.microsoft.com/office/powerpoint/2010/main" val="1136460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7BF9E6-6FD4-7EAA-784C-D92A2380E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014" y="980065"/>
            <a:ext cx="2320413" cy="847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08B0FB-D110-0B96-2795-C37D43C92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264219" y="2107782"/>
            <a:ext cx="3942735" cy="17058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882B9B-9743-DCA6-6FA3-1560C285DD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85047" y="1071325"/>
            <a:ext cx="1419225" cy="3219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B6586B-397C-FB84-B1BC-49A41AAEE4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014" y="3889399"/>
            <a:ext cx="2431831" cy="7327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710110-A642-6C22-0778-548E518BDF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619" y="4604342"/>
            <a:ext cx="2145871" cy="14388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D9622E-FCC4-9BE2-9AC3-F203626469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901" y="4915166"/>
            <a:ext cx="1419226" cy="151732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DA1FE9-7C9A-C6EA-00B0-1237CA2A4F72}"/>
              </a:ext>
            </a:extLst>
          </p:cNvPr>
          <p:cNvCxnSpPr>
            <a:stCxn id="5" idx="2"/>
          </p:cNvCxnSpPr>
          <p:nvPr/>
        </p:nvCxnSpPr>
        <p:spPr>
          <a:xfrm flipH="1">
            <a:off x="7440220" y="1827908"/>
            <a:ext cx="1" cy="2824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2E0205B-2841-9C9A-E6B0-80C5D564C72A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339490" y="1403987"/>
            <a:ext cx="2940524" cy="769077"/>
          </a:xfrm>
          <a:prstGeom prst="bentConnector3">
            <a:avLst>
              <a:gd name="adj1" fmla="val 8845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FEC4D01-2FF5-2C5F-ED73-C5931DDA9E4F}"/>
              </a:ext>
            </a:extLst>
          </p:cNvPr>
          <p:cNvCxnSpPr>
            <a:cxnSpLocks/>
          </p:cNvCxnSpPr>
          <p:nvPr/>
        </p:nvCxnSpPr>
        <p:spPr>
          <a:xfrm>
            <a:off x="3328682" y="2794190"/>
            <a:ext cx="2875742" cy="1574745"/>
          </a:xfrm>
          <a:prstGeom prst="bentConnector3">
            <a:avLst>
              <a:gd name="adj1" fmla="val 5752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466BC0E-6EA3-3AA1-3D29-8F33DA7281D7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>
            <a:off x="3352631" y="4185447"/>
            <a:ext cx="3175988" cy="1138306"/>
          </a:xfrm>
          <a:prstGeom prst="bentConnector3">
            <a:avLst>
              <a:gd name="adj1" fmla="val 8776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5B35A2B-7E74-9439-5B87-D9B6772D3A02}"/>
              </a:ext>
            </a:extLst>
          </p:cNvPr>
          <p:cNvCxnSpPr>
            <a:stCxn id="19" idx="3"/>
            <a:endCxn id="17" idx="2"/>
          </p:cNvCxnSpPr>
          <p:nvPr/>
        </p:nvCxnSpPr>
        <p:spPr>
          <a:xfrm>
            <a:off x="3075127" y="5673831"/>
            <a:ext cx="4526428" cy="369332"/>
          </a:xfrm>
          <a:prstGeom prst="bentConnector4">
            <a:avLst>
              <a:gd name="adj1" fmla="val 38148"/>
              <a:gd name="adj2" fmla="val 16189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996A72F-A256-ABDF-1286-34E14F270E68}"/>
              </a:ext>
            </a:extLst>
          </p:cNvPr>
          <p:cNvCxnSpPr>
            <a:stCxn id="11" idx="3"/>
            <a:endCxn id="19" idx="1"/>
          </p:cNvCxnSpPr>
          <p:nvPr/>
        </p:nvCxnSpPr>
        <p:spPr>
          <a:xfrm rot="10800000" flipV="1">
            <a:off x="1655901" y="2681049"/>
            <a:ext cx="329146" cy="2992781"/>
          </a:xfrm>
          <a:prstGeom prst="bentConnector3">
            <a:avLst>
              <a:gd name="adj1" fmla="val 20231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F58B33C3-F9B2-BEF1-07F0-BC51085DE9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2" y="393618"/>
            <a:ext cx="1633990" cy="121594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F45F6DF-A387-2BF0-3974-1E68549A64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691" y="118825"/>
            <a:ext cx="1905000" cy="19050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B76535B-F94A-2375-B903-6A4159EC1B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4858119" y="-723378"/>
            <a:ext cx="1012085" cy="2509853"/>
          </a:xfrm>
          <a:prstGeom prst="rect">
            <a:avLst/>
          </a:prstGeom>
        </p:spPr>
      </p:pic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3DBC3125-C693-EC53-FFEB-724AAB439E05}"/>
              </a:ext>
            </a:extLst>
          </p:cNvPr>
          <p:cNvCxnSpPr>
            <a:stCxn id="62" idx="0"/>
            <a:endCxn id="58" idx="1"/>
          </p:cNvCxnSpPr>
          <p:nvPr/>
        </p:nvCxnSpPr>
        <p:spPr>
          <a:xfrm>
            <a:off x="6619088" y="531548"/>
            <a:ext cx="3759603" cy="53977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5D375916-3C3D-8CA5-3F5B-0619C170A4F9}"/>
              </a:ext>
            </a:extLst>
          </p:cNvPr>
          <p:cNvCxnSpPr>
            <a:stCxn id="62" idx="2"/>
            <a:endCxn id="11" idx="2"/>
          </p:cNvCxnSpPr>
          <p:nvPr/>
        </p:nvCxnSpPr>
        <p:spPr>
          <a:xfrm rot="10800000" flipV="1">
            <a:off x="2694659" y="531547"/>
            <a:ext cx="1414576" cy="53977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43FFDF6F-F10A-10BC-A358-1ACDA8A11C3D}"/>
              </a:ext>
            </a:extLst>
          </p:cNvPr>
          <p:cNvCxnSpPr>
            <a:stCxn id="56" idx="2"/>
            <a:endCxn id="19" idx="2"/>
          </p:cNvCxnSpPr>
          <p:nvPr/>
        </p:nvCxnSpPr>
        <p:spPr>
          <a:xfrm rot="16200000" flipH="1">
            <a:off x="-783438" y="3283542"/>
            <a:ext cx="4822937" cy="1474967"/>
          </a:xfrm>
          <a:prstGeom prst="bentConnector3">
            <a:avLst>
              <a:gd name="adj1" fmla="val 10474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811284AD-4D93-09A4-FF1C-AD7A1297E3A5}"/>
              </a:ext>
            </a:extLst>
          </p:cNvPr>
          <p:cNvCxnSpPr>
            <a:stCxn id="15" idx="3"/>
            <a:endCxn id="58" idx="2"/>
          </p:cNvCxnSpPr>
          <p:nvPr/>
        </p:nvCxnSpPr>
        <p:spPr>
          <a:xfrm flipV="1">
            <a:off x="8711845" y="2023825"/>
            <a:ext cx="2619346" cy="223197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7647BA2-8A1D-0E71-7213-05DDDA40C5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30013" y="825794"/>
            <a:ext cx="1179222" cy="2339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CAEB721-D23C-3298-B6AE-405D35E27274}"/>
              </a:ext>
            </a:extLst>
          </p:cNvPr>
          <p:cNvSpPr txBox="1"/>
          <p:nvPr/>
        </p:nvSpPr>
        <p:spPr>
          <a:xfrm>
            <a:off x="1021701" y="6279716"/>
            <a:ext cx="60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12V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A3A748F-55AE-E649-CDBE-F2BD45807AE2}"/>
              </a:ext>
            </a:extLst>
          </p:cNvPr>
          <p:cNvSpPr txBox="1"/>
          <p:nvPr/>
        </p:nvSpPr>
        <p:spPr>
          <a:xfrm>
            <a:off x="2981472" y="708057"/>
            <a:ext cx="60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3V3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BBB95F-E1CE-F4A1-5E39-00861BC7C6A5}"/>
              </a:ext>
            </a:extLst>
          </p:cNvPr>
          <p:cNvSpPr txBox="1"/>
          <p:nvPr/>
        </p:nvSpPr>
        <p:spPr>
          <a:xfrm rot="5400000">
            <a:off x="3350343" y="4665566"/>
            <a:ext cx="1118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encoder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5C507C7-E30E-841A-58EA-27C005AFE27F}"/>
              </a:ext>
            </a:extLst>
          </p:cNvPr>
          <p:cNvSpPr txBox="1"/>
          <p:nvPr/>
        </p:nvSpPr>
        <p:spPr>
          <a:xfrm>
            <a:off x="5003556" y="4085167"/>
            <a:ext cx="1118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UART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137723F-CE66-16E8-2CDD-3C76FD0DD9FA}"/>
              </a:ext>
            </a:extLst>
          </p:cNvPr>
          <p:cNvSpPr txBox="1"/>
          <p:nvPr/>
        </p:nvSpPr>
        <p:spPr>
          <a:xfrm>
            <a:off x="1275433" y="2287564"/>
            <a:ext cx="71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PWM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0952010-6063-177D-3F04-D238B2CA4274}"/>
              </a:ext>
            </a:extLst>
          </p:cNvPr>
          <p:cNvSpPr txBox="1"/>
          <p:nvPr/>
        </p:nvSpPr>
        <p:spPr>
          <a:xfrm>
            <a:off x="1655899" y="4437525"/>
            <a:ext cx="71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0F6476A-80DB-5E97-9591-9950C0C421DF}"/>
              </a:ext>
            </a:extLst>
          </p:cNvPr>
          <p:cNvSpPr txBox="1"/>
          <p:nvPr/>
        </p:nvSpPr>
        <p:spPr>
          <a:xfrm>
            <a:off x="4272229" y="1858987"/>
            <a:ext cx="735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I2C</a:t>
            </a:r>
          </a:p>
        </p:txBody>
      </p: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083FF059-F2C1-1CBB-315E-491896B20CC0}"/>
              </a:ext>
            </a:extLst>
          </p:cNvPr>
          <p:cNvCxnSpPr/>
          <p:nvPr/>
        </p:nvCxnSpPr>
        <p:spPr>
          <a:xfrm flipV="1">
            <a:off x="3401947" y="1247835"/>
            <a:ext cx="2878067" cy="61115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FD906AC-7E36-748E-B7C1-1C7EE08C2F51}"/>
              </a:ext>
            </a:extLst>
          </p:cNvPr>
          <p:cNvSpPr txBox="1"/>
          <p:nvPr/>
        </p:nvSpPr>
        <p:spPr>
          <a:xfrm>
            <a:off x="3873910" y="1504335"/>
            <a:ext cx="69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5V</a:t>
            </a:r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6B35513A-5B6D-5779-53F0-DF3EF35737FF}"/>
              </a:ext>
            </a:extLst>
          </p:cNvPr>
          <p:cNvCxnSpPr>
            <a:cxnSpLocks/>
          </p:cNvCxnSpPr>
          <p:nvPr/>
        </p:nvCxnSpPr>
        <p:spPr>
          <a:xfrm>
            <a:off x="3457862" y="2439538"/>
            <a:ext cx="2755728" cy="1605935"/>
          </a:xfrm>
          <a:prstGeom prst="bentConnector3">
            <a:avLst>
              <a:gd name="adj1" fmla="val 6569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C1344746-DBE5-4191-5B94-FA031610FA14}"/>
              </a:ext>
            </a:extLst>
          </p:cNvPr>
          <p:cNvSpPr txBox="1"/>
          <p:nvPr/>
        </p:nvSpPr>
        <p:spPr>
          <a:xfrm rot="5400000">
            <a:off x="5153322" y="3069024"/>
            <a:ext cx="68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3V3</a:t>
            </a:r>
          </a:p>
        </p:txBody>
      </p: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FCE0ACE1-FDDC-3C23-7052-20BBE1C2E6B0}"/>
              </a:ext>
            </a:extLst>
          </p:cNvPr>
          <p:cNvCxnSpPr>
            <a:cxnSpLocks/>
          </p:cNvCxnSpPr>
          <p:nvPr/>
        </p:nvCxnSpPr>
        <p:spPr>
          <a:xfrm>
            <a:off x="3401947" y="3418416"/>
            <a:ext cx="3455817" cy="1678697"/>
          </a:xfrm>
          <a:prstGeom prst="bentConnector3">
            <a:avLst>
              <a:gd name="adj1" fmla="val 3691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FBA7DBB2-2E27-D954-230B-85176AC448E8}"/>
              </a:ext>
            </a:extLst>
          </p:cNvPr>
          <p:cNvSpPr txBox="1"/>
          <p:nvPr/>
        </p:nvSpPr>
        <p:spPr>
          <a:xfrm>
            <a:off x="3519624" y="3059668"/>
            <a:ext cx="68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3V3</a:t>
            </a:r>
          </a:p>
        </p:txBody>
      </p:sp>
      <p:cxnSp>
        <p:nvCxnSpPr>
          <p:cNvPr id="145" name="Connector: Curved 144">
            <a:extLst>
              <a:ext uri="{FF2B5EF4-FFF2-40B4-BE49-F238E27FC236}">
                <a16:creationId xmlns:a16="http://schemas.microsoft.com/office/drawing/2014/main" id="{FF1547B7-08E2-551A-390E-4780F2130435}"/>
              </a:ext>
            </a:extLst>
          </p:cNvPr>
          <p:cNvCxnSpPr>
            <a:cxnSpLocks/>
            <a:stCxn id="11" idx="3"/>
          </p:cNvCxnSpPr>
          <p:nvPr/>
        </p:nvCxnSpPr>
        <p:spPr>
          <a:xfrm rot="10800000" flipV="1">
            <a:off x="1682235" y="2681049"/>
            <a:ext cx="302813" cy="241606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278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6B15B4-3155-080C-D3AC-7159C06D6128}"/>
                  </a:ext>
                </a:extLst>
              </p:cNvPr>
              <p:cNvSpPr txBox="1"/>
              <p:nvPr/>
            </p:nvSpPr>
            <p:spPr>
              <a:xfrm>
                <a:off x="235974" y="339481"/>
                <a:ext cx="4050891" cy="359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Hàm </a:t>
                </a:r>
                <a:r>
                  <a:rPr lang="en-US" dirty="0" err="1"/>
                  <a:t>truyền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cơ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0,085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Lấy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</m:t>
                    </m:r>
                  </m:oMath>
                </a14:m>
                <a:r>
                  <a:rPr lang="en-US" dirty="0"/>
                  <a:t>CV = 12,5=&gt;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12,5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=0,3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truyền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(0,085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truyền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trí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(0,085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6B15B4-3155-080C-D3AC-7159C06D6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74" y="339481"/>
                <a:ext cx="4050891" cy="3590598"/>
              </a:xfrm>
              <a:prstGeom prst="rect">
                <a:avLst/>
              </a:prstGeom>
              <a:blipFill>
                <a:blip r:embed="rId2"/>
                <a:stretch>
                  <a:fillRect l="-1355" t="-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4A44433-976E-E30B-2B30-6B72032B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507" y="572850"/>
            <a:ext cx="6282816" cy="33572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204422-9ACF-7418-F211-85E28003519F}"/>
              </a:ext>
            </a:extLst>
          </p:cNvPr>
          <p:cNvSpPr txBox="1"/>
          <p:nvPr/>
        </p:nvSpPr>
        <p:spPr>
          <a:xfrm>
            <a:off x="5093112" y="154815"/>
            <a:ext cx="281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ở 50 </a:t>
            </a:r>
            <a:r>
              <a:rPr lang="en-US" dirty="0" err="1"/>
              <a:t>pwm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511FA-52A8-B00D-A56F-25A812F19C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4" y="4424034"/>
            <a:ext cx="6144014" cy="1609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4CC377-C7E5-1905-B05C-292C0E55E3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581" y="4424034"/>
            <a:ext cx="5122606" cy="133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11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5F64B-E9C5-02EA-88CC-7B8A3E308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77" y="1088913"/>
            <a:ext cx="9749511" cy="51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3D8622-FF0C-BCB6-930F-3B85C66DB926}"/>
              </a:ext>
            </a:extLst>
          </p:cNvPr>
          <p:cNvSpPr txBox="1"/>
          <p:nvPr/>
        </p:nvSpPr>
        <p:spPr>
          <a:xfrm>
            <a:off x="816077" y="412955"/>
            <a:ext cx="623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SIMC</a:t>
            </a:r>
          </a:p>
        </p:txBody>
      </p:sp>
    </p:spTree>
    <p:extLst>
      <p:ext uri="{BB962C8B-B14F-4D97-AF65-F5344CB8AC3E}">
        <p14:creationId xmlns:p14="http://schemas.microsoft.com/office/powerpoint/2010/main" val="3856477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23E2-22CF-E2BB-557F-E83D462D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A151FA-4319-A480-3E06-67EFC7F962A6}"/>
                  </a:ext>
                </a:extLst>
              </p:cNvPr>
              <p:cNvSpPr txBox="1"/>
              <p:nvPr/>
            </p:nvSpPr>
            <p:spPr>
              <a:xfrm>
                <a:off x="158757" y="216311"/>
                <a:ext cx="4778477" cy="1190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Hàm </a:t>
                </a:r>
                <a:r>
                  <a:rPr lang="en-US" dirty="0" err="1"/>
                  <a:t>truyền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khiển</a:t>
                </a:r>
                <a:r>
                  <a:rPr lang="en-US" dirty="0"/>
                  <a:t>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PI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A151FA-4319-A480-3E06-67EFC7F96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57" y="216311"/>
                <a:ext cx="4778477" cy="1190647"/>
              </a:xfrm>
              <a:prstGeom prst="rect">
                <a:avLst/>
              </a:prstGeom>
              <a:blipFill>
                <a:blip r:embed="rId2"/>
                <a:stretch>
                  <a:fillRect l="-1020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ABFFAC7-7A4C-69C8-E7C2-75730EDD5D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2848327"/>
                  </p:ext>
                </p:extLst>
              </p:nvPr>
            </p:nvGraphicFramePr>
            <p:xfrm>
              <a:off x="158756" y="4720268"/>
              <a:ext cx="6282812" cy="150925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4357">
                      <a:extLst>
                        <a:ext uri="{9D8B030D-6E8A-4147-A177-3AD203B41FA5}">
                          <a16:colId xmlns:a16="http://schemas.microsoft.com/office/drawing/2014/main" val="3781106142"/>
                        </a:ext>
                      </a:extLst>
                    </a:gridCol>
                    <a:gridCol w="1292176">
                      <a:extLst>
                        <a:ext uri="{9D8B030D-6E8A-4147-A177-3AD203B41FA5}">
                          <a16:colId xmlns:a16="http://schemas.microsoft.com/office/drawing/2014/main" val="1342890624"/>
                        </a:ext>
                      </a:extLst>
                    </a:gridCol>
                    <a:gridCol w="1194070">
                      <a:extLst>
                        <a:ext uri="{9D8B030D-6E8A-4147-A177-3AD203B41FA5}">
                          <a16:colId xmlns:a16="http://schemas.microsoft.com/office/drawing/2014/main" val="1118883424"/>
                        </a:ext>
                      </a:extLst>
                    </a:gridCol>
                    <a:gridCol w="1177943">
                      <a:extLst>
                        <a:ext uri="{9D8B030D-6E8A-4147-A177-3AD203B41FA5}">
                          <a16:colId xmlns:a16="http://schemas.microsoft.com/office/drawing/2014/main" val="2789489210"/>
                        </a:ext>
                      </a:extLst>
                    </a:gridCol>
                    <a:gridCol w="1134266">
                      <a:extLst>
                        <a:ext uri="{9D8B030D-6E8A-4147-A177-3AD203B41FA5}">
                          <a16:colId xmlns:a16="http://schemas.microsoft.com/office/drawing/2014/main" val="1133641676"/>
                        </a:ext>
                      </a:extLst>
                    </a:gridCol>
                  </a:tblGrid>
                  <a:tr h="5116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Case</a:t>
                          </a:r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G(s)</a:t>
                          </a:r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1196459"/>
                      </a:ext>
                    </a:extLst>
                  </a:tr>
                  <a:tr h="9975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First-order</a:t>
                          </a:r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sSup>
                                      <m:sSupPr>
                                        <m:ctrlPr>
                                          <a:rPr lang="en-US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0" kern="10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4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4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_</a:t>
                          </a: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84712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ABFFAC7-7A4C-69C8-E7C2-75730EDD5D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2848327"/>
                  </p:ext>
                </p:extLst>
              </p:nvPr>
            </p:nvGraphicFramePr>
            <p:xfrm>
              <a:off x="158756" y="4720268"/>
              <a:ext cx="6282812" cy="150925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4357">
                      <a:extLst>
                        <a:ext uri="{9D8B030D-6E8A-4147-A177-3AD203B41FA5}">
                          <a16:colId xmlns:a16="http://schemas.microsoft.com/office/drawing/2014/main" val="3781106142"/>
                        </a:ext>
                      </a:extLst>
                    </a:gridCol>
                    <a:gridCol w="1292176">
                      <a:extLst>
                        <a:ext uri="{9D8B030D-6E8A-4147-A177-3AD203B41FA5}">
                          <a16:colId xmlns:a16="http://schemas.microsoft.com/office/drawing/2014/main" val="1342890624"/>
                        </a:ext>
                      </a:extLst>
                    </a:gridCol>
                    <a:gridCol w="1194070">
                      <a:extLst>
                        <a:ext uri="{9D8B030D-6E8A-4147-A177-3AD203B41FA5}">
                          <a16:colId xmlns:a16="http://schemas.microsoft.com/office/drawing/2014/main" val="1118883424"/>
                        </a:ext>
                      </a:extLst>
                    </a:gridCol>
                    <a:gridCol w="1177943">
                      <a:extLst>
                        <a:ext uri="{9D8B030D-6E8A-4147-A177-3AD203B41FA5}">
                          <a16:colId xmlns:a16="http://schemas.microsoft.com/office/drawing/2014/main" val="2789489210"/>
                        </a:ext>
                      </a:extLst>
                    </a:gridCol>
                    <a:gridCol w="1134266">
                      <a:extLst>
                        <a:ext uri="{9D8B030D-6E8A-4147-A177-3AD203B41FA5}">
                          <a16:colId xmlns:a16="http://schemas.microsoft.com/office/drawing/2014/main" val="1133641676"/>
                        </a:ext>
                      </a:extLst>
                    </a:gridCol>
                  </a:tblGrid>
                  <a:tr h="5116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Case</a:t>
                          </a:r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G(s)</a:t>
                          </a:r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33163" t="-1190" r="-194388" b="-19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8342" t="-1190" r="-97409" b="-19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54839" t="-1190" r="-1075" b="-19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1196459"/>
                      </a:ext>
                    </a:extLst>
                  </a:tr>
                  <a:tr h="9975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First-order</a:t>
                          </a:r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5566" t="-51829" r="-272170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33163" t="-51829" r="-194388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8342" t="-51829" r="-97409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_</a:t>
                          </a: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84712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FA6AF9-7E2F-9358-37CE-5C39C264014F}"/>
                  </a:ext>
                </a:extLst>
              </p:cNvPr>
              <p:cNvSpPr txBox="1"/>
              <p:nvPr/>
            </p:nvSpPr>
            <p:spPr>
              <a:xfrm>
                <a:off x="158756" y="1383105"/>
                <a:ext cx="5465295" cy="3155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Effective delay time: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Ta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thông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miễn</a:t>
                </a:r>
                <a:r>
                  <a:rPr lang="en-US" dirty="0"/>
                  <a:t> </a:t>
                </a:r>
                <a:r>
                  <a:rPr lang="en-US" dirty="0" err="1"/>
                  <a:t>sao</a:t>
                </a:r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0,085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=0,0425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0,085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0,3×0,0425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6,7≈7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=0,085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0,085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=11,7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085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82,3≈82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FA6AF9-7E2F-9358-37CE-5C39C2640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56" y="1383105"/>
                <a:ext cx="5465295" cy="3155479"/>
              </a:xfrm>
              <a:prstGeom prst="rect">
                <a:avLst/>
              </a:prstGeom>
              <a:blipFill>
                <a:blip r:embed="rId4"/>
                <a:stretch>
                  <a:fillRect l="-892" t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8EC73A-5001-EEE7-D6BE-B405E9FF5DAE}"/>
                  </a:ext>
                </a:extLst>
              </p:cNvPr>
              <p:cNvSpPr txBox="1"/>
              <p:nvPr/>
            </p:nvSpPr>
            <p:spPr>
              <a:xfrm>
                <a:off x="6096000" y="344129"/>
                <a:ext cx="3726426" cy="938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truyền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(0,085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8EC73A-5001-EEE7-D6BE-B405E9FF5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4129"/>
                <a:ext cx="3726426" cy="938911"/>
              </a:xfrm>
              <a:prstGeom prst="rect">
                <a:avLst/>
              </a:prstGeom>
              <a:blipFill>
                <a:blip r:embed="rId5"/>
                <a:stretch>
                  <a:fillRect l="-1309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96140C9-D670-E382-DB4E-634614E3C2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051" y="1676086"/>
            <a:ext cx="5943600" cy="15474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DE742B-0589-5F4F-FDA7-5BA2C9C37D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611" y="3223581"/>
            <a:ext cx="5085735" cy="12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6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AA7EC4-B22E-E8EC-4F99-72FF215AD5FE}"/>
                  </a:ext>
                </a:extLst>
              </p:cNvPr>
              <p:cNvSpPr txBox="1"/>
              <p:nvPr/>
            </p:nvSpPr>
            <p:spPr>
              <a:xfrm>
                <a:off x="158757" y="216311"/>
                <a:ext cx="4778477" cy="11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truyền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khiển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trí</a:t>
                </a:r>
                <a:r>
                  <a:rPr lang="en-US" dirty="0"/>
                  <a:t> PID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=246+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1447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+21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AA7EC4-B22E-E8EC-4F99-72FF215AD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57" y="216311"/>
                <a:ext cx="4778477" cy="1166794"/>
              </a:xfrm>
              <a:prstGeom prst="rect">
                <a:avLst/>
              </a:prstGeom>
              <a:blipFill>
                <a:blip r:embed="rId2"/>
                <a:stretch>
                  <a:fillRect l="-1020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2C49E42-E672-B524-7BA1-1F9E098B6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732" y="2032809"/>
            <a:ext cx="6713268" cy="357638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F80303-5AD7-FDD3-438B-9B7E49F632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3317558"/>
                  </p:ext>
                </p:extLst>
              </p:nvPr>
            </p:nvGraphicFramePr>
            <p:xfrm>
              <a:off x="5545394" y="309715"/>
              <a:ext cx="6282812" cy="150925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4357">
                      <a:extLst>
                        <a:ext uri="{9D8B030D-6E8A-4147-A177-3AD203B41FA5}">
                          <a16:colId xmlns:a16="http://schemas.microsoft.com/office/drawing/2014/main" val="3781106142"/>
                        </a:ext>
                      </a:extLst>
                    </a:gridCol>
                    <a:gridCol w="1292176">
                      <a:extLst>
                        <a:ext uri="{9D8B030D-6E8A-4147-A177-3AD203B41FA5}">
                          <a16:colId xmlns:a16="http://schemas.microsoft.com/office/drawing/2014/main" val="1342890624"/>
                        </a:ext>
                      </a:extLst>
                    </a:gridCol>
                    <a:gridCol w="1194070">
                      <a:extLst>
                        <a:ext uri="{9D8B030D-6E8A-4147-A177-3AD203B41FA5}">
                          <a16:colId xmlns:a16="http://schemas.microsoft.com/office/drawing/2014/main" val="1118883424"/>
                        </a:ext>
                      </a:extLst>
                    </a:gridCol>
                    <a:gridCol w="1177943">
                      <a:extLst>
                        <a:ext uri="{9D8B030D-6E8A-4147-A177-3AD203B41FA5}">
                          <a16:colId xmlns:a16="http://schemas.microsoft.com/office/drawing/2014/main" val="2789489210"/>
                        </a:ext>
                      </a:extLst>
                    </a:gridCol>
                    <a:gridCol w="1134266">
                      <a:extLst>
                        <a:ext uri="{9D8B030D-6E8A-4147-A177-3AD203B41FA5}">
                          <a16:colId xmlns:a16="http://schemas.microsoft.com/office/drawing/2014/main" val="1133641676"/>
                        </a:ext>
                      </a:extLst>
                    </a:gridCol>
                  </a:tblGrid>
                  <a:tr h="5116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Case</a:t>
                          </a:r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G(s)</a:t>
                          </a:r>
                          <a:endParaRPr lang="en-US" sz="1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1196459"/>
                      </a:ext>
                    </a:extLst>
                  </a:tr>
                  <a:tr h="9975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Integrating with lag</a:t>
                          </a:r>
                          <a:endParaRPr lang="en-US" sz="1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d>
                                      <m:dPr>
                                        <m:ctrlPr>
                                          <a:rPr lang="en-US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4(</m:t>
                                </m:r>
                                <m:sSub>
                                  <m:sSub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84712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F80303-5AD7-FDD3-438B-9B7E49F632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3317558"/>
                  </p:ext>
                </p:extLst>
              </p:nvPr>
            </p:nvGraphicFramePr>
            <p:xfrm>
              <a:off x="5545394" y="309715"/>
              <a:ext cx="6282812" cy="150925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4357">
                      <a:extLst>
                        <a:ext uri="{9D8B030D-6E8A-4147-A177-3AD203B41FA5}">
                          <a16:colId xmlns:a16="http://schemas.microsoft.com/office/drawing/2014/main" val="3781106142"/>
                        </a:ext>
                      </a:extLst>
                    </a:gridCol>
                    <a:gridCol w="1292176">
                      <a:extLst>
                        <a:ext uri="{9D8B030D-6E8A-4147-A177-3AD203B41FA5}">
                          <a16:colId xmlns:a16="http://schemas.microsoft.com/office/drawing/2014/main" val="1342890624"/>
                        </a:ext>
                      </a:extLst>
                    </a:gridCol>
                    <a:gridCol w="1194070">
                      <a:extLst>
                        <a:ext uri="{9D8B030D-6E8A-4147-A177-3AD203B41FA5}">
                          <a16:colId xmlns:a16="http://schemas.microsoft.com/office/drawing/2014/main" val="1118883424"/>
                        </a:ext>
                      </a:extLst>
                    </a:gridCol>
                    <a:gridCol w="1177943">
                      <a:extLst>
                        <a:ext uri="{9D8B030D-6E8A-4147-A177-3AD203B41FA5}">
                          <a16:colId xmlns:a16="http://schemas.microsoft.com/office/drawing/2014/main" val="2789489210"/>
                        </a:ext>
                      </a:extLst>
                    </a:gridCol>
                    <a:gridCol w="1134266">
                      <a:extLst>
                        <a:ext uri="{9D8B030D-6E8A-4147-A177-3AD203B41FA5}">
                          <a16:colId xmlns:a16="http://schemas.microsoft.com/office/drawing/2014/main" val="1133641676"/>
                        </a:ext>
                      </a:extLst>
                    </a:gridCol>
                  </a:tblGrid>
                  <a:tr h="5116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Case</a:t>
                          </a:r>
                          <a:endParaRPr lang="en-US" sz="1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G(s)</a:t>
                          </a:r>
                          <a:endParaRPr lang="en-US" sz="1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33163" t="-1190" r="-194898" b="-198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36598" t="-1190" r="-96907" b="-198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55376" t="-1190" r="-1075" b="-198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1196459"/>
                      </a:ext>
                    </a:extLst>
                  </a:tr>
                  <a:tr h="9975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Integrating with lag</a:t>
                          </a:r>
                          <a:endParaRPr lang="en-US" sz="1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15566" t="-51515" r="-272642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33163" t="-51515" r="-194898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36598" t="-51515" r="-96907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55376" t="-51515" r="-1075" b="-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84712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4ACA66-6BEF-7732-AE8D-A8D93952EED2}"/>
                  </a:ext>
                </a:extLst>
              </p:cNvPr>
              <p:cNvSpPr txBox="1"/>
              <p:nvPr/>
            </p:nvSpPr>
            <p:spPr>
              <a:xfrm>
                <a:off x="158756" y="1383105"/>
                <a:ext cx="5465295" cy="4501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Effective delay time: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Ta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thông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miễn</a:t>
                </a:r>
                <a:r>
                  <a:rPr lang="en-US" dirty="0"/>
                  <a:t> </a:t>
                </a:r>
                <a:r>
                  <a:rPr lang="en-US" dirty="0" err="1"/>
                  <a:t>sao</a:t>
                </a:r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0,085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=0,0425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0,3×0,0425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=246,27~246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=4×0,0425=0,17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=5,88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246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0,17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=1447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=0,085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=246×0,085=20,91~21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4ACA66-6BEF-7732-AE8D-A8D93952E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56" y="1383105"/>
                <a:ext cx="5465295" cy="4501360"/>
              </a:xfrm>
              <a:prstGeom prst="rect">
                <a:avLst/>
              </a:prstGeom>
              <a:blipFill>
                <a:blip r:embed="rId5"/>
                <a:stretch>
                  <a:fillRect l="-892" t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7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068F1-95B9-53E7-C277-0175A588F8B1}"/>
              </a:ext>
            </a:extLst>
          </p:cNvPr>
          <p:cNvSpPr txBox="1"/>
          <p:nvPr/>
        </p:nvSpPr>
        <p:spPr>
          <a:xfrm>
            <a:off x="909996" y="229666"/>
            <a:ext cx="7305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Lưu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PID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C305F4-6037-B52C-1A33-4EDC3480C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05" y="670400"/>
            <a:ext cx="10709789" cy="584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97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1283F34E-6F97-06B4-048E-2321D2E6536C}"/>
              </a:ext>
            </a:extLst>
          </p:cNvPr>
          <p:cNvSpPr/>
          <p:nvPr/>
        </p:nvSpPr>
        <p:spPr>
          <a:xfrm>
            <a:off x="117987" y="85490"/>
            <a:ext cx="11985524" cy="789581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MÔ PHỎNG MATLAB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612A1E-415D-AB34-0196-E3AA51A41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6641" y="2513023"/>
            <a:ext cx="6856951" cy="4256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BB5A59-79AE-7C9C-4FCE-5121DF54E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463" y="1058807"/>
            <a:ext cx="7021073" cy="127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38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4A9218-ABDB-B333-AC1A-EE7535B9B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155" y="321130"/>
            <a:ext cx="7403690" cy="1718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AD095F-40DA-C938-26E4-02A06DB31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" y="2185813"/>
            <a:ext cx="10019072" cy="392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22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5CB96F4E-31A1-9786-2CF2-048282E62C1D}"/>
              </a:ext>
            </a:extLst>
          </p:cNvPr>
          <p:cNvSpPr/>
          <p:nvPr/>
        </p:nvSpPr>
        <p:spPr>
          <a:xfrm>
            <a:off x="0" y="0"/>
            <a:ext cx="11985524" cy="789581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KẾT QUẢ ĐẠT ĐƯỢC, ĐÁNH GIÁ CHẤT LƯỢNG BỘ ĐIỀU KHIỂN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6B7206-ACD9-78BA-C0AC-96CE4A5033DC}"/>
              </a:ext>
            </a:extLst>
          </p:cNvPr>
          <p:cNvSpPr txBox="1"/>
          <p:nvPr/>
        </p:nvSpPr>
        <p:spPr>
          <a:xfrm>
            <a:off x="304800" y="1179872"/>
            <a:ext cx="11592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Thu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C#. Sau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file txt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03B147-9A08-EB82-A926-CC6307F55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74" y="1954217"/>
            <a:ext cx="6966849" cy="457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16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C07597-81AD-8B28-1000-00377C33EB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58" y="796413"/>
            <a:ext cx="8436482" cy="44888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ADF536-0EE2-5FF7-820C-93164D30B0B8}"/>
                  </a:ext>
                </a:extLst>
              </p:cNvPr>
              <p:cNvSpPr txBox="1"/>
              <p:nvPr/>
            </p:nvSpPr>
            <p:spPr>
              <a:xfrm>
                <a:off x="245806" y="5633884"/>
                <a:ext cx="36772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𝑃𝑂𝑇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=31,41−19,9=11,51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=1,65−1,38=0,27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=20−19,9=0,1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ADF536-0EE2-5FF7-820C-93164D30B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6" y="5633884"/>
                <a:ext cx="3677265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A99C97F-C146-6123-2314-0036034A4A26}"/>
              </a:ext>
            </a:extLst>
          </p:cNvPr>
          <p:cNvSpPr txBox="1"/>
          <p:nvPr/>
        </p:nvSpPr>
        <p:spPr>
          <a:xfrm>
            <a:off x="5112774" y="5732208"/>
            <a:ext cx="5643716" cy="73366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endParaRPr lang="en-US" dirty="0"/>
          </a:p>
        </p:txBody>
      </p:sp>
      <p:pic>
        <p:nvPicPr>
          <p:cNvPr id="6" name="danh_gia_chat_luong_bo_PI_van_tocmp4">
            <a:hlinkClick r:id="" action="ppaction://media"/>
            <a:extLst>
              <a:ext uri="{FF2B5EF4-FFF2-40B4-BE49-F238E27FC236}">
                <a16:creationId xmlns:a16="http://schemas.microsoft.com/office/drawing/2014/main" id="{4DD22149-4F65-2167-7DC1-D53DEC0FEC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80425" y="235974"/>
            <a:ext cx="2936784" cy="5214886"/>
          </a:xfrm>
          <a:prstGeom prst="rect">
            <a:avLst/>
          </a:prstGeom>
        </p:spPr>
      </p:pic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4F6FB49B-F08C-2DC6-5706-EDEFD899C680}"/>
              </a:ext>
            </a:extLst>
          </p:cNvPr>
          <p:cNvSpPr/>
          <p:nvPr/>
        </p:nvSpPr>
        <p:spPr>
          <a:xfrm>
            <a:off x="157316" y="235974"/>
            <a:ext cx="8357824" cy="560439"/>
          </a:xfrm>
          <a:prstGeom prst="snip2Same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PI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0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7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D64E10-7F7E-7814-D251-9EEB755A71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243"/>
            <a:ext cx="8548959" cy="4630686"/>
          </a:xfrm>
          <a:prstGeom prst="rect">
            <a:avLst/>
          </a:prstGeom>
        </p:spPr>
      </p:pic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ED259D03-9BCC-7ABC-38E1-08C83FC42127}"/>
              </a:ext>
            </a:extLst>
          </p:cNvPr>
          <p:cNvSpPr/>
          <p:nvPr/>
        </p:nvSpPr>
        <p:spPr>
          <a:xfrm>
            <a:off x="78658" y="137652"/>
            <a:ext cx="8347587" cy="393290"/>
          </a:xfrm>
          <a:prstGeom prst="snip2Same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PID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ở </a:t>
            </a:r>
            <a:r>
              <a:rPr lang="en-US" dirty="0" err="1"/>
              <a:t>ngưỡng</a:t>
            </a:r>
            <a:r>
              <a:rPr lang="en-US" dirty="0"/>
              <a:t> 70 </a:t>
            </a:r>
            <a:r>
              <a:rPr lang="en-US" dirty="0" err="1"/>
              <a:t>pwm</a:t>
            </a:r>
            <a:endParaRPr lang="en-US" dirty="0"/>
          </a:p>
        </p:txBody>
      </p:sp>
      <p:pic>
        <p:nvPicPr>
          <p:cNvPr id="4" name="danh_gia_PID_70pwm">
            <a:hlinkClick r:id="" action="ppaction://media"/>
            <a:extLst>
              <a:ext uri="{FF2B5EF4-FFF2-40B4-BE49-F238E27FC236}">
                <a16:creationId xmlns:a16="http://schemas.microsoft.com/office/drawing/2014/main" id="{F197F1C2-81C8-03DC-943E-DBE713C386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39906" y="334297"/>
            <a:ext cx="2671005" cy="4742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23BEC9-281F-4C42-0B44-FA2EF1D2506D}"/>
                  </a:ext>
                </a:extLst>
              </p:cNvPr>
              <p:cNvSpPr txBox="1"/>
              <p:nvPr/>
            </p:nvSpPr>
            <p:spPr>
              <a:xfrm>
                <a:off x="324464" y="5387020"/>
                <a:ext cx="464082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ố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𝑃𝑂𝑇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=20,49−20=0,49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𝑔𝑖𝑎𝑛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á độ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=3,49−0=3,49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𝑆𝑎𝑖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ố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ậ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=20−20=0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23BEC9-281F-4C42-0B44-FA2EF1D25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4" y="5387020"/>
                <a:ext cx="4640826" cy="923330"/>
              </a:xfrm>
              <a:prstGeom prst="rect">
                <a:avLst/>
              </a:prstGeom>
              <a:blipFill>
                <a:blip r:embed="rId6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C59CE3A-3084-10A8-6296-FDCAA8BEB89F}"/>
              </a:ext>
            </a:extLst>
          </p:cNvPr>
          <p:cNvSpPr txBox="1"/>
          <p:nvPr/>
        </p:nvSpPr>
        <p:spPr>
          <a:xfrm>
            <a:off x="4857134" y="5239536"/>
            <a:ext cx="3765756" cy="128391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vọt</a:t>
            </a:r>
            <a:r>
              <a:rPr lang="en-US" dirty="0"/>
              <a:t> </a:t>
            </a:r>
            <a:r>
              <a:rPr lang="en-US" dirty="0" err="1"/>
              <a:t>lố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2%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1FB5A6-C8E9-AF17-D8F8-89103CACB994}"/>
                  </a:ext>
                </a:extLst>
              </p:cNvPr>
              <p:cNvSpPr txBox="1"/>
              <p:nvPr/>
            </p:nvSpPr>
            <p:spPr>
              <a:xfrm>
                <a:off x="8548959" y="5534948"/>
                <a:ext cx="3765756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2%&lt;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0,49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×100=2,45%&lt;5%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1FB5A6-C8E9-AF17-D8F8-89103CACB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959" y="5534948"/>
                <a:ext cx="3765756" cy="8897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20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3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33398C-3243-9688-1407-F2ED95FA1F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203" y="646225"/>
            <a:ext cx="8843454" cy="48133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A0A5A078-5E1A-E649-372B-12509B68625A}"/>
              </a:ext>
            </a:extLst>
          </p:cNvPr>
          <p:cNvSpPr/>
          <p:nvPr/>
        </p:nvSpPr>
        <p:spPr>
          <a:xfrm>
            <a:off x="78658" y="137652"/>
            <a:ext cx="8347587" cy="393290"/>
          </a:xfrm>
          <a:prstGeom prst="snip2Same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PID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ở </a:t>
            </a:r>
            <a:r>
              <a:rPr lang="en-US" dirty="0" err="1"/>
              <a:t>ngưỡng</a:t>
            </a:r>
            <a:r>
              <a:rPr lang="en-US" dirty="0"/>
              <a:t> 50 </a:t>
            </a:r>
            <a:r>
              <a:rPr lang="en-US" dirty="0" err="1"/>
              <a:t>pwm</a:t>
            </a:r>
            <a:endParaRPr lang="en-US" dirty="0"/>
          </a:p>
        </p:txBody>
      </p:sp>
      <p:pic>
        <p:nvPicPr>
          <p:cNvPr id="4" name="danh_gia_PID_50pwm">
            <a:hlinkClick r:id="" action="ppaction://media"/>
            <a:extLst>
              <a:ext uri="{FF2B5EF4-FFF2-40B4-BE49-F238E27FC236}">
                <a16:creationId xmlns:a16="http://schemas.microsoft.com/office/drawing/2014/main" id="{6F5ABFB9-1C1D-FAA8-AA74-9A4DF3A003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92256" y="92914"/>
            <a:ext cx="2793732" cy="4960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877A2F-44FD-805E-09A7-9F983A4AC390}"/>
                  </a:ext>
                </a:extLst>
              </p:cNvPr>
              <p:cNvSpPr txBox="1"/>
              <p:nvPr/>
            </p:nvSpPr>
            <p:spPr>
              <a:xfrm>
                <a:off x="39329" y="5574891"/>
                <a:ext cx="489646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ố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𝑃𝑂𝑇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=20,33−20=0,33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𝑔𝑖𝑎𝑛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á độ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=4,84−0=4,84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𝑆𝑎𝑖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ố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ậ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=20−20=0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877A2F-44FD-805E-09A7-9F983A4AC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9" y="5574891"/>
                <a:ext cx="4896464" cy="923330"/>
              </a:xfrm>
              <a:prstGeom prst="rect">
                <a:avLst/>
              </a:prstGeom>
              <a:blipFill>
                <a:blip r:embed="rId6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098A1C5-1933-A60F-5BEC-E985969F72A4}"/>
              </a:ext>
            </a:extLst>
          </p:cNvPr>
          <p:cNvSpPr txBox="1"/>
          <p:nvPr/>
        </p:nvSpPr>
        <p:spPr>
          <a:xfrm>
            <a:off x="5088194" y="5515097"/>
            <a:ext cx="3721057" cy="128391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vọt</a:t>
            </a:r>
            <a:r>
              <a:rPr lang="en-US" dirty="0"/>
              <a:t> </a:t>
            </a:r>
            <a:r>
              <a:rPr lang="en-US" dirty="0" err="1"/>
              <a:t>lố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2%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DF6FC1-CDB0-C94A-BB1D-5C1FD6588E24}"/>
                  </a:ext>
                </a:extLst>
              </p:cNvPr>
              <p:cNvSpPr txBox="1"/>
              <p:nvPr/>
            </p:nvSpPr>
            <p:spPr>
              <a:xfrm>
                <a:off x="8961652" y="5781367"/>
                <a:ext cx="2949678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0,33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×100=1,65%&lt;2%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DF6FC1-CDB0-C94A-BB1D-5C1FD6588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652" y="5781367"/>
                <a:ext cx="2949678" cy="8897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56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1A8F27-3521-0109-E32E-3CF061093F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06" y="530942"/>
            <a:ext cx="8241890" cy="4466999"/>
          </a:xfrm>
          <a:prstGeom prst="rect">
            <a:avLst/>
          </a:prstGeom>
        </p:spPr>
      </p:pic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EFDC2ABD-FBDC-7F74-7FD7-A81B5FB38596}"/>
              </a:ext>
            </a:extLst>
          </p:cNvPr>
          <p:cNvSpPr/>
          <p:nvPr/>
        </p:nvSpPr>
        <p:spPr>
          <a:xfrm>
            <a:off x="78658" y="137652"/>
            <a:ext cx="8347587" cy="393290"/>
          </a:xfrm>
          <a:prstGeom prst="snip2Same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PID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ở </a:t>
            </a:r>
            <a:r>
              <a:rPr lang="en-US" dirty="0" err="1"/>
              <a:t>ngưỡng</a:t>
            </a:r>
            <a:r>
              <a:rPr lang="en-US" dirty="0"/>
              <a:t> 30 </a:t>
            </a:r>
            <a:r>
              <a:rPr lang="en-US" dirty="0" err="1"/>
              <a:t>pwm</a:t>
            </a:r>
            <a:endParaRPr lang="en-US" dirty="0"/>
          </a:p>
        </p:txBody>
      </p:sp>
      <p:pic>
        <p:nvPicPr>
          <p:cNvPr id="4" name="danh_gia_PID_30pwm">
            <a:hlinkClick r:id="" action="ppaction://media"/>
            <a:extLst>
              <a:ext uri="{FF2B5EF4-FFF2-40B4-BE49-F238E27FC236}">
                <a16:creationId xmlns:a16="http://schemas.microsoft.com/office/drawing/2014/main" id="{B119F231-BDF0-2A0F-963D-EFFB616640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30969" y="137652"/>
            <a:ext cx="2471751" cy="4389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402FA9-A89C-5DA8-B21F-1E32CC1D795E}"/>
                  </a:ext>
                </a:extLst>
              </p:cNvPr>
              <p:cNvSpPr txBox="1"/>
              <p:nvPr/>
            </p:nvSpPr>
            <p:spPr>
              <a:xfrm>
                <a:off x="-71120" y="5212080"/>
                <a:ext cx="47548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ố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𝑃𝑂𝑇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=20,19−20=0,19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𝑔𝑖𝑎𝑛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á độ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=8,05−0=8,05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𝑆𝑎𝑖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ố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ậ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=20−20=0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402FA9-A89C-5DA8-B21F-1E32CC1D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120" y="5212080"/>
                <a:ext cx="4754880" cy="923330"/>
              </a:xfrm>
              <a:prstGeom prst="rect">
                <a:avLst/>
              </a:prstGeom>
              <a:blipFill>
                <a:blip r:embed="rId6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0D3DA28-75A0-9C38-8CED-B92BD9140A66}"/>
              </a:ext>
            </a:extLst>
          </p:cNvPr>
          <p:cNvSpPr txBox="1"/>
          <p:nvPr/>
        </p:nvSpPr>
        <p:spPr>
          <a:xfrm>
            <a:off x="4925634" y="5212080"/>
            <a:ext cx="3721057" cy="128391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vọt</a:t>
            </a:r>
            <a:r>
              <a:rPr lang="en-US" dirty="0"/>
              <a:t> </a:t>
            </a:r>
            <a:r>
              <a:rPr lang="en-US" dirty="0" err="1"/>
              <a:t>lố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2%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5E5A42-3542-4839-ADEA-A37DA289644E}"/>
                  </a:ext>
                </a:extLst>
              </p:cNvPr>
              <p:cNvSpPr txBox="1"/>
              <p:nvPr/>
            </p:nvSpPr>
            <p:spPr>
              <a:xfrm>
                <a:off x="8768080" y="5409169"/>
                <a:ext cx="3017520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0,19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×100=0,95%&lt;2%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5E5A42-3542-4839-ADEA-A37DA2896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080" y="5409169"/>
                <a:ext cx="3017520" cy="8897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03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5D2AEA2A-EA1D-3115-1F73-F1EB8D9E3F51}"/>
              </a:ext>
            </a:extLst>
          </p:cNvPr>
          <p:cNvSpPr/>
          <p:nvPr/>
        </p:nvSpPr>
        <p:spPr>
          <a:xfrm>
            <a:off x="103238" y="98323"/>
            <a:ext cx="11985524" cy="789581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KẾT LUẬN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FBE0F-A1FF-2F9C-7CE8-21AC17C7B494}"/>
              </a:ext>
            </a:extLst>
          </p:cNvPr>
          <p:cNvSpPr txBox="1"/>
          <p:nvPr/>
        </p:nvSpPr>
        <p:spPr>
          <a:xfrm>
            <a:off x="344129" y="1101213"/>
            <a:ext cx="10825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dù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encoder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vọt</a:t>
            </a:r>
            <a:r>
              <a:rPr lang="en-US" dirty="0"/>
              <a:t> </a:t>
            </a:r>
            <a:r>
              <a:rPr lang="en-US" dirty="0" err="1"/>
              <a:t>lố</a:t>
            </a:r>
            <a:r>
              <a:rPr lang="en-US" dirty="0"/>
              <a:t> </a:t>
            </a:r>
            <a:r>
              <a:rPr lang="en-US" dirty="0" err="1"/>
              <a:t>dù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nhiều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3028E3-1650-7970-F797-14BB26698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949" y="2639535"/>
            <a:ext cx="7011322" cy="369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6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3106</TotalTime>
  <Words>1218</Words>
  <Application>Microsoft Office PowerPoint</Application>
  <PresentationFormat>Widescreen</PresentationFormat>
  <Paragraphs>239</Paragraphs>
  <Slides>24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Việt Nguyễn Quốc</dc:creator>
  <cp:lastModifiedBy>Việt Nguyễn Quốc</cp:lastModifiedBy>
  <cp:revision>112</cp:revision>
  <dcterms:created xsi:type="dcterms:W3CDTF">2025-12-28T08:15:11Z</dcterms:created>
  <dcterms:modified xsi:type="dcterms:W3CDTF">2026-01-18T12:14:43Z</dcterms:modified>
</cp:coreProperties>
</file>